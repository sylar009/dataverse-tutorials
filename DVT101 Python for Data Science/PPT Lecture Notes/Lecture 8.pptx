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Conditional Statements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8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Conditional Statements Matter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Programs need decision-making 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Different inputs → different outputs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Backbone of logic building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Data Science &amp; ML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Are Conditional Statements?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Control the flow of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Code runs only if condition is true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Based on Boolean logic (True / False)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comparison operators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If Statement (Basic Level)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Simplest conditional statement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Executes only when condition is true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indentation to define block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752655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If-Else Statement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Handles both True and False cases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Ensures one block always runs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decision coverage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505200"/>
            <a:ext cx="4953000" cy="260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chemeClr val="bg1"/>
                </a:solidFill>
              </a:rPr>
              <a:t>Elif</a:t>
            </a:r>
            <a:r>
              <a:rPr lang="en-US" b="1" dirty="0" smtClean="0">
                <a:solidFill>
                  <a:schemeClr val="bg1"/>
                </a:solidFill>
              </a:rPr>
              <a:t> Statement (Multiple Conditions)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for multiple condition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Checked sequentially (top to bottom)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First true condition executes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676400"/>
            <a:ext cx="3505200" cy="4445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Nested If-Else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</a:t>
            </a:r>
            <a:r>
              <a:rPr lang="en-US" dirty="0" smtClean="0">
                <a:solidFill>
                  <a:schemeClr val="bg1"/>
                </a:solidFill>
              </a:rPr>
              <a:t>for dependent decisions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 business rules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743199"/>
            <a:ext cx="4267200" cy="3548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Ternary Conditional Statement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One-line if-else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readable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simple conditions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733800"/>
            <a:ext cx="752259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Match-Case Statement (Advanced)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ka switch-case version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Pattern matching based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than long </a:t>
            </a:r>
            <a:r>
              <a:rPr lang="en-US" dirty="0" err="1" smtClean="0">
                <a:solidFill>
                  <a:schemeClr val="bg1"/>
                </a:solidFill>
              </a:rPr>
              <a:t>elif</a:t>
            </a:r>
            <a:r>
              <a:rPr lang="en-US" dirty="0" smtClean="0">
                <a:solidFill>
                  <a:schemeClr val="bg1"/>
                </a:solidFill>
              </a:rPr>
              <a:t> chains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752600"/>
            <a:ext cx="433879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Fraud detection rules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model decision thresholds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eligibility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validation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Conditions control program flow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If → single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If-Else → two paths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Elif</a:t>
            </a:r>
            <a:r>
              <a:rPr lang="en-US" dirty="0" smtClean="0">
                <a:solidFill>
                  <a:schemeClr val="bg1"/>
                </a:solidFill>
              </a:rPr>
              <a:t> → multiple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Ternary → compact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Match-Case → advanced pattern matching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258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Python Conditional Statements</vt:lpstr>
      <vt:lpstr>Why Conditional Statements Matter in Python</vt:lpstr>
      <vt:lpstr>What Are Conditional Statements?</vt:lpstr>
      <vt:lpstr>If Statement (Basic Level)</vt:lpstr>
      <vt:lpstr>If-Else Statement</vt:lpstr>
      <vt:lpstr>Elif Statement (Multiple Conditions)</vt:lpstr>
      <vt:lpstr>Nested If-Else</vt:lpstr>
      <vt:lpstr>Ternary Conditional Statement</vt:lpstr>
      <vt:lpstr>Match-Case Statement (Advanced)</vt:lpstr>
      <vt:lpstr>Real-World &amp; Industry Use Cases</vt:lpstr>
      <vt:lpstr>Summary &amp; Key Takeaways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4</cp:revision>
  <dcterms:created xsi:type="dcterms:W3CDTF">2006-08-16T00:00:00Z</dcterms:created>
  <dcterms:modified xsi:type="dcterms:W3CDTF">2026-01-09T06:08:19Z</dcterms:modified>
</cp:coreProperties>
</file>