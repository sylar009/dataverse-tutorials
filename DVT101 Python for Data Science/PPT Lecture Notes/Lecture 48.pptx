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OS Module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48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OS Module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the OS module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Python needs OS interaction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OS module as a bridge between Python and system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motivation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OS Module is Important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Interaction with files and folders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Automating system-level tasks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Platform-independent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Usage in real applications and scripts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Understanding Operating System Context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an Operating System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programs interact with OS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of environment and file system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OS dependency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Python portability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Current Working Directory (CWD)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current working directory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script location and CWD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CWD matters in file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beginner confusion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038600"/>
            <a:ext cx="7866336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Getting and Changing CWD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Concept of fetching current directory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Concept of changing working directory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Impact on file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Practical use 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886200"/>
            <a:ext cx="6553200" cy="254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Directory Creation Basics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directories are created programmatically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Single-level directory creation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Permission and existence checks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directory creation fails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4038600"/>
            <a:ext cx="4495800" cy="2362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Recursive Directory Creation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Need for nested directories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single and recursive creation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Automatic parent directory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 project folder structures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4495800"/>
            <a:ext cx="5410200" cy="1814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Listing Files and Directories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listing directory content is needed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discovery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Directory traversal basics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Automation and monitoring use 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886200"/>
            <a:ext cx="4237022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Deleting Files Safely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File deletion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file and directory deletion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 of accidental data loss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Safety considerations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4038600"/>
            <a:ext cx="4800600" cy="2373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Deleting Directories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Empty directory deletion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non-empty directories fail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Cleanup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cases in automation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3962400"/>
            <a:ext cx="5410200" cy="2537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File Permissions and Ownership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permissions mean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Read, write, execute basics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Owner, group, others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Security implications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Changing File Permissions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permissions are modified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Permission modes overview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Security and access control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System administration use 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038600"/>
            <a:ext cx="7086600" cy="2396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File Ownership Management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Ownership concept in OS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User ID and group ID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Platform dependency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Administrative scripts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962400"/>
            <a:ext cx="4038600" cy="2371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File Metadata and Statistics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metadata 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size, timestamps, modes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metadata is useful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Auditing and monitoring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399" y="3962400"/>
            <a:ext cx="52555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OS Identification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Detecting operating system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Cross-platform scripting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Conditional logic based on OS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Deployment scenarios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4038600"/>
            <a:ext cx="7379368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 smtClean="0">
                <a:solidFill>
                  <a:schemeClr val="bg1"/>
                </a:solidFill>
              </a:rPr>
              <a:t>Error Handling in OS Operations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OS operations fail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Types of system errors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Graceful failure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Robust scripting mindset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9999" y="2286000"/>
            <a:ext cx="4825063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Legacy and Low-level OS Functions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Command execution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high-level and low-level APIs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descriptor basics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some methods are discouraged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File Existence and Size Checking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existence check is important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Preventing runtime failures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size usage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Pre-validation in scripts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886200"/>
            <a:ext cx="5029200" cy="2454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Automation scripts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DevOps</a:t>
            </a:r>
            <a:r>
              <a:rPr lang="en-US" dirty="0" smtClean="0">
                <a:solidFill>
                  <a:schemeClr val="bg1"/>
                </a:solidFill>
              </a:rPr>
              <a:t> and system maintenance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engineering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Backend and deployment tasks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OS module enables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Core capabilities recap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to use OS module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Transition to advanced system scripting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506</Words>
  <Application>Microsoft Office PowerPoint</Application>
  <PresentationFormat>On-screen Show (4:3)</PresentationFormat>
  <Paragraphs>169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OS Module in Python</vt:lpstr>
      <vt:lpstr>Introduction to OS Module in Python</vt:lpstr>
      <vt:lpstr>Why OS Module is Important</vt:lpstr>
      <vt:lpstr>Understanding Operating System Context</vt:lpstr>
      <vt:lpstr>Current Working Directory (CWD) Concept</vt:lpstr>
      <vt:lpstr>Getting and Changing CWD</vt:lpstr>
      <vt:lpstr>Directory Creation Basics</vt:lpstr>
      <vt:lpstr>Recursive Directory Creation</vt:lpstr>
      <vt:lpstr>Listing Files and Directories</vt:lpstr>
      <vt:lpstr>Deleting Files Safely</vt:lpstr>
      <vt:lpstr>Deleting Directories</vt:lpstr>
      <vt:lpstr>File Permissions and Ownership</vt:lpstr>
      <vt:lpstr>Changing File Permissions</vt:lpstr>
      <vt:lpstr>File Ownership Management</vt:lpstr>
      <vt:lpstr>File Metadata and Statistics</vt:lpstr>
      <vt:lpstr>OS Identification</vt:lpstr>
      <vt:lpstr>Error Handling in OS Operations</vt:lpstr>
      <vt:lpstr>Legacy and Low-level OS Functions</vt:lpstr>
      <vt:lpstr>File Existence and Size Checking</vt:lpstr>
      <vt:lpstr>Real-World Industry Use Cases</vt:lpstr>
      <vt:lpstr>Summary &amp; Key Takeaways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18</cp:revision>
  <dcterms:created xsi:type="dcterms:W3CDTF">2006-08-16T00:00:00Z</dcterms:created>
  <dcterms:modified xsi:type="dcterms:W3CDTF">2026-02-21T09:17:52Z</dcterms:modified>
</cp:coreProperties>
</file>