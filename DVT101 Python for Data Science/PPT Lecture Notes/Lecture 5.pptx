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57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Operators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5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are Operators?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Operators are important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Operators in real-life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in Data Science &amp; ML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Operators &amp; Operands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Operator: Special symbol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Operand: Value or variable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Example: a + b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Understanding interaction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Types of Python </a:t>
            </a:r>
            <a:r>
              <a:rPr lang="en-US" b="1" dirty="0" smtClean="0">
                <a:solidFill>
                  <a:schemeClr val="bg1"/>
                </a:solidFill>
              </a:rPr>
              <a:t>Operators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Arithmetic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Comparison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Logical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Bitwise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Assignment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Identity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Membership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Ternary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Precedence &amp; </a:t>
            </a:r>
            <a:r>
              <a:rPr lang="en-US" dirty="0" err="1" smtClean="0">
                <a:solidFill>
                  <a:schemeClr val="bg1"/>
                </a:solidFill>
              </a:rPr>
              <a:t>Associativity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Arithmetic Operators –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Used for mathematical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+, -, *, /, //, %, **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Python 3 division behavior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352800"/>
            <a:ext cx="4933950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Comparison Operators –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Compare two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Output: True or False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in conditions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1676400"/>
            <a:ext cx="3644721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Logical Operators –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Combine conditions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600200"/>
            <a:ext cx="414265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Bitwise Operators –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Works on binary level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in low-level optimization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Advanced topic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743200"/>
            <a:ext cx="2743200" cy="3682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Assignment Operators –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Update variable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Shorter syntax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code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1676399"/>
            <a:ext cx="2438400" cy="3188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Identity Operators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is not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comparison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Membership Operators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not in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Sequence check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Ternary Operator – </a:t>
            </a:r>
            <a:r>
              <a:rPr lang="en-US" b="1" dirty="0" smtClean="0">
                <a:solidFill>
                  <a:schemeClr val="bg1"/>
                </a:solidFill>
              </a:rPr>
              <a:t>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One-line condition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alternative to if-else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124200"/>
            <a:ext cx="6255701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Precedence –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Order of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 logical bugs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Associatively </a:t>
            </a:r>
            <a:r>
              <a:rPr lang="en-US" b="1" dirty="0" smtClean="0">
                <a:solidFill>
                  <a:schemeClr val="bg1"/>
                </a:solidFill>
              </a:rPr>
              <a:t>–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Same precedence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Left to right / Right to left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Operators are core of Python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everywhere in Data Science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Strong foundation is mandatory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259</Words>
  <Application>Microsoft Office PowerPoint</Application>
  <PresentationFormat>On-screen Show (4:3)</PresentationFormat>
  <Paragraphs>113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Python Operators</vt:lpstr>
      <vt:lpstr>Introduction</vt:lpstr>
      <vt:lpstr>Operators &amp; Operands</vt:lpstr>
      <vt:lpstr>Types of Python Operators</vt:lpstr>
      <vt:lpstr>Arithmetic Operators – Concept</vt:lpstr>
      <vt:lpstr>Comparison Operators – Concept</vt:lpstr>
      <vt:lpstr>Logical Operators – Concept</vt:lpstr>
      <vt:lpstr>Bitwise Operators – Concept</vt:lpstr>
      <vt:lpstr>Assignment Operators – Concept</vt:lpstr>
      <vt:lpstr>Identity Operators</vt:lpstr>
      <vt:lpstr>Membership Operators</vt:lpstr>
      <vt:lpstr>Ternary Operator – Concept</vt:lpstr>
      <vt:lpstr>Precedence – Concept</vt:lpstr>
      <vt:lpstr>Associatively – Concept</vt:lpstr>
      <vt:lpstr>Summary &amp; Key Takeaways</vt:lpstr>
      <vt:lpstr>Slide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5</cp:revision>
  <dcterms:created xsi:type="dcterms:W3CDTF">2006-08-16T00:00:00Z</dcterms:created>
  <dcterms:modified xsi:type="dcterms:W3CDTF">2026-01-06T07:26:46Z</dcterms:modified>
</cp:coreProperties>
</file>