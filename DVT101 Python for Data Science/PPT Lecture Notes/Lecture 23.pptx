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57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</a:t>
            </a:r>
            <a:r>
              <a:rPr lang="en-US" b="1" dirty="0" smtClean="0">
                <a:solidFill>
                  <a:schemeClr val="bg1"/>
                </a:solidFill>
              </a:rPr>
              <a:t>String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23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a String in Python?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String = sequence of characters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Written inside single or double quotes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Python has no separate character </a:t>
            </a:r>
            <a:r>
              <a:rPr lang="en-US" dirty="0" err="1" smtClean="0">
                <a:solidFill>
                  <a:schemeClr val="bg1"/>
                </a:solidFill>
              </a:rPr>
              <a:t>datatype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Strings are widely used for text handling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Emails, names, messages, logs use strings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Creating Strings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Single quotes ' ' and double quotes " " both valid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Functionality </a:t>
            </a:r>
            <a:r>
              <a:rPr lang="en-US" dirty="0" smtClean="0">
                <a:solidFill>
                  <a:schemeClr val="bg1"/>
                </a:solidFill>
              </a:rPr>
              <a:t>is same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Choice </a:t>
            </a:r>
            <a:r>
              <a:rPr lang="en-US" dirty="0" smtClean="0">
                <a:solidFill>
                  <a:schemeClr val="bg1"/>
                </a:solidFill>
              </a:rPr>
              <a:t>of readability matters.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Content should be within the Quotes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1999" y="1981200"/>
            <a:ext cx="4168587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Multi-Line Strings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Triple quotes </a:t>
            </a:r>
            <a:r>
              <a:rPr lang="en-US" dirty="0" smtClean="0">
                <a:solidFill>
                  <a:schemeClr val="bg1"/>
                </a:solidFill>
              </a:rPr>
              <a:t>use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Multi-line text </a:t>
            </a:r>
            <a:r>
              <a:rPr lang="en-US" dirty="0" smtClean="0">
                <a:solidFill>
                  <a:schemeClr val="bg1"/>
                </a:solidFill>
              </a:rPr>
              <a:t>get preserved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Useful in Documentation and messages.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Newline </a:t>
            </a:r>
            <a:r>
              <a:rPr lang="en-US" dirty="0" smtClean="0">
                <a:solidFill>
                  <a:schemeClr val="bg1"/>
                </a:solidFill>
              </a:rPr>
              <a:t>automatically gets included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4038600"/>
            <a:ext cx="6248400" cy="2302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Accessing Characters in a String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100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Strings </a:t>
            </a:r>
            <a:r>
              <a:rPr lang="en-US" dirty="0" smtClean="0">
                <a:solidFill>
                  <a:schemeClr val="bg1"/>
                </a:solidFill>
              </a:rPr>
              <a:t>get indexed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Indexing </a:t>
            </a:r>
            <a:r>
              <a:rPr lang="en-US" dirty="0" smtClean="0">
                <a:solidFill>
                  <a:schemeClr val="bg1"/>
                </a:solidFill>
              </a:rPr>
              <a:t>starts with Zero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Negative indexing </a:t>
            </a:r>
            <a:r>
              <a:rPr lang="en-US" dirty="0" smtClean="0">
                <a:solidFill>
                  <a:schemeClr val="bg1"/>
                </a:solidFill>
              </a:rPr>
              <a:t>start from last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Index </a:t>
            </a:r>
            <a:r>
              <a:rPr lang="en-US" dirty="0" smtClean="0">
                <a:solidFill>
                  <a:schemeClr val="bg1"/>
                </a:solidFill>
              </a:rPr>
              <a:t>are always integers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3399" y="2362200"/>
            <a:ext cx="4261883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String Slicing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862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To get substring slicing is necessary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Syntax: string[</a:t>
            </a:r>
            <a:r>
              <a:rPr lang="en-US" dirty="0" err="1" smtClean="0">
                <a:solidFill>
                  <a:schemeClr val="bg1"/>
                </a:solidFill>
              </a:rPr>
              <a:t>start:end</a:t>
            </a:r>
            <a:r>
              <a:rPr lang="en-US" dirty="0" smtClean="0">
                <a:solidFill>
                  <a:schemeClr val="bg1"/>
                </a:solidFill>
              </a:rPr>
              <a:t>]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End index </a:t>
            </a:r>
            <a:r>
              <a:rPr lang="en-US" dirty="0" smtClean="0">
                <a:solidFill>
                  <a:schemeClr val="bg1"/>
                </a:solidFill>
              </a:rPr>
              <a:t>get </a:t>
            </a:r>
            <a:r>
              <a:rPr lang="en-US" b="1" dirty="0" smtClean="0">
                <a:solidFill>
                  <a:schemeClr val="bg1"/>
                </a:solidFill>
              </a:rPr>
              <a:t>excluded</a:t>
            </a:r>
            <a:endParaRPr lang="en-US" b="1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Step </a:t>
            </a:r>
            <a:r>
              <a:rPr lang="en-US" dirty="0" smtClean="0">
                <a:solidFill>
                  <a:schemeClr val="bg1"/>
                </a:solidFill>
              </a:rPr>
              <a:t>value is optional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3400" y="2362200"/>
            <a:ext cx="4495800" cy="2758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Iterating Through a String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Strings </a:t>
            </a:r>
            <a:r>
              <a:rPr lang="en-US" dirty="0" smtClean="0">
                <a:solidFill>
                  <a:schemeClr val="bg1"/>
                </a:solidFill>
              </a:rPr>
              <a:t>can be </a:t>
            </a:r>
            <a:r>
              <a:rPr lang="en-US" dirty="0" err="1" smtClean="0">
                <a:solidFill>
                  <a:schemeClr val="bg1"/>
                </a:solidFill>
              </a:rPr>
              <a:t>iterable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Access the </a:t>
            </a:r>
            <a:r>
              <a:rPr lang="en-US" dirty="0" smtClean="0">
                <a:solidFill>
                  <a:schemeClr val="bg1"/>
                </a:solidFill>
              </a:rPr>
              <a:t>character </a:t>
            </a:r>
            <a:r>
              <a:rPr lang="en-US" dirty="0" smtClean="0">
                <a:solidFill>
                  <a:schemeClr val="bg1"/>
                </a:solidFill>
              </a:rPr>
              <a:t>with for-loop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Useful in Validation and analysis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581399"/>
            <a:ext cx="4876800" cy="2751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String Immutability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Strings </a:t>
            </a:r>
            <a:r>
              <a:rPr lang="en-US" dirty="0" smtClean="0">
                <a:solidFill>
                  <a:schemeClr val="bg1"/>
                </a:solidFill>
              </a:rPr>
              <a:t>are immutable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Direct change </a:t>
            </a:r>
            <a:r>
              <a:rPr lang="en-US" dirty="0" smtClean="0">
                <a:solidFill>
                  <a:schemeClr val="bg1"/>
                </a:solidFill>
              </a:rPr>
              <a:t>is not allowed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New string gets created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Memory safety </a:t>
            </a:r>
            <a:r>
              <a:rPr lang="en-US" dirty="0" smtClean="0">
                <a:solidFill>
                  <a:schemeClr val="bg1"/>
                </a:solidFill>
              </a:rPr>
              <a:t>improves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962400"/>
            <a:ext cx="5334000" cy="2391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Updating and Deleting Strings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Direct update </a:t>
            </a:r>
            <a:r>
              <a:rPr lang="en-US" dirty="0" smtClean="0">
                <a:solidFill>
                  <a:schemeClr val="bg1"/>
                </a:solidFill>
              </a:rPr>
              <a:t>is not allowed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For Slicing new </a:t>
            </a:r>
            <a:r>
              <a:rPr lang="en-US" dirty="0" smtClean="0">
                <a:solidFill>
                  <a:schemeClr val="bg1"/>
                </a:solidFill>
              </a:rPr>
              <a:t>string </a:t>
            </a:r>
            <a:r>
              <a:rPr lang="en-US" dirty="0" smtClean="0">
                <a:solidFill>
                  <a:schemeClr val="bg1"/>
                </a:solidFill>
              </a:rPr>
              <a:t>get created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replace() </a:t>
            </a:r>
            <a:r>
              <a:rPr lang="en-US" dirty="0" smtClean="0">
                <a:solidFill>
                  <a:schemeClr val="bg1"/>
                </a:solidFill>
              </a:rPr>
              <a:t>gives new string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del </a:t>
            </a:r>
            <a:r>
              <a:rPr lang="en-US" dirty="0" smtClean="0">
                <a:solidFill>
                  <a:schemeClr val="bg1"/>
                </a:solidFill>
              </a:rPr>
              <a:t>deletes the variable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4343400"/>
            <a:ext cx="7552944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Common String Methods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</a:rPr>
              <a:t>len</a:t>
            </a:r>
            <a:r>
              <a:rPr lang="en-US" dirty="0" smtClean="0">
                <a:solidFill>
                  <a:schemeClr val="bg1"/>
                </a:solidFill>
              </a:rPr>
              <a:t>() </a:t>
            </a:r>
            <a:r>
              <a:rPr lang="en-US" dirty="0" smtClean="0">
                <a:solidFill>
                  <a:schemeClr val="bg1"/>
                </a:solidFill>
              </a:rPr>
              <a:t>gives length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upper() / lower() </a:t>
            </a:r>
            <a:r>
              <a:rPr lang="en-US" dirty="0" smtClean="0">
                <a:solidFill>
                  <a:schemeClr val="bg1"/>
                </a:solidFill>
              </a:rPr>
              <a:t>change case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strip() spaces remove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replace() text </a:t>
            </a:r>
            <a:r>
              <a:rPr lang="en-US" dirty="0" smtClean="0">
                <a:solidFill>
                  <a:schemeClr val="bg1"/>
                </a:solidFill>
              </a:rPr>
              <a:t>change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038600"/>
            <a:ext cx="4114800" cy="2265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Concatenating and Repeating Strings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+ operator </a:t>
            </a:r>
            <a:r>
              <a:rPr lang="en-US" dirty="0" smtClean="0">
                <a:solidFill>
                  <a:schemeClr val="bg1"/>
                </a:solidFill>
              </a:rPr>
              <a:t>used to join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* operator </a:t>
            </a:r>
            <a:r>
              <a:rPr lang="en-US" dirty="0" smtClean="0">
                <a:solidFill>
                  <a:schemeClr val="bg1"/>
                </a:solidFill>
              </a:rPr>
              <a:t>used to repeat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Simple and readable syntax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217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+</a:t>
            </a:r>
            <a:r>
              <a:rPr kumimoji="0" 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operator se join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*</a:t>
            </a:r>
            <a:r>
              <a:rPr kumimoji="0" 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operator se repeat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Simple and readable syntax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599" y="3581400"/>
            <a:ext cx="3419605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Formatting Strings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f-strings fastest and cleanest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format() older but valid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Variables </a:t>
            </a:r>
            <a:r>
              <a:rPr lang="en-US" dirty="0" smtClean="0">
                <a:solidFill>
                  <a:schemeClr val="bg1"/>
                </a:solidFill>
              </a:rPr>
              <a:t>can be embed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429000"/>
            <a:ext cx="7095836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String Membership Testing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 </a:t>
            </a:r>
            <a:r>
              <a:rPr lang="en-US" dirty="0" smtClean="0">
                <a:solidFill>
                  <a:schemeClr val="bg1"/>
                </a:solidFill>
              </a:rPr>
              <a:t>keyword </a:t>
            </a:r>
            <a:r>
              <a:rPr lang="en-US" dirty="0" smtClean="0">
                <a:solidFill>
                  <a:schemeClr val="bg1"/>
                </a:solidFill>
              </a:rPr>
              <a:t>is used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Checks the Substring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Provide Boolean result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581400"/>
            <a:ext cx="553824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String = text data backbone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Immutable but powerful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Rich built-in methods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Essential for data science &amp; ML pipelines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358</Words>
  <Application>Microsoft Office PowerPoint</Application>
  <PresentationFormat>On-screen Show (4:3)</PresentationFormat>
  <Paragraphs>113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Python String</vt:lpstr>
      <vt:lpstr>What is a String in Python?</vt:lpstr>
      <vt:lpstr>Creating Strings in Python</vt:lpstr>
      <vt:lpstr>Multi-Line Strings</vt:lpstr>
      <vt:lpstr>Accessing Characters in a String</vt:lpstr>
      <vt:lpstr>String Slicing</vt:lpstr>
      <vt:lpstr>Iterating Through a String</vt:lpstr>
      <vt:lpstr>String Immutability</vt:lpstr>
      <vt:lpstr>Updating and Deleting Strings</vt:lpstr>
      <vt:lpstr>Common String Methods</vt:lpstr>
      <vt:lpstr>Concatenating and Repeating Strings</vt:lpstr>
      <vt:lpstr>Formatting Strings</vt:lpstr>
      <vt:lpstr>String Membership Testing</vt:lpstr>
      <vt:lpstr>Key Takeaways</vt:lpstr>
      <vt:lpstr>Slide 15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8</cp:revision>
  <dcterms:created xsi:type="dcterms:W3CDTF">2006-08-16T00:00:00Z</dcterms:created>
  <dcterms:modified xsi:type="dcterms:W3CDTF">2026-01-25T06:24:32Z</dcterms:modified>
</cp:coreProperties>
</file>