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Loops in Python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9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are loops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repetition is important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&amp;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Loops in real life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Loops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 Loop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While Loop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Nested Loop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Control Statements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 of Loops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Iteration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Condition checking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termination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&amp; execution flow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For Loop – Basic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Understanding for loop with range()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start and stop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iteration works internally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Zero-based counting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range-based loops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572000"/>
            <a:ext cx="5334000" cy="175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For Loop with Collections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Iterating over list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Element-wise loop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Data-driven looping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list 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than index-based loops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399" y="4648200"/>
            <a:ext cx="645003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While Loop – Condition Based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Condition-driven looping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Entry condition checking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Manual control of loop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of infinite loops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for loop is not suitable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038600"/>
            <a:ext cx="4648200" cy="2393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Nested Loops – Loop inside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Outer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Inner loop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Row-column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Pattern generation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Matrix-style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Science relevance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4038599"/>
            <a:ext cx="5334000" cy="2362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Loop Control Statements – break &amp; continue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Altering loop flow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Skipping iterations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Early termination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optimization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Conditional control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962400"/>
            <a:ext cx="4724400" cy="2442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cleaning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Feature engineering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scripts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training loops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While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Nested loops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 statements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Practice importance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239</Words>
  <Application>Microsoft Office PowerPoint</Application>
  <PresentationFormat>On-screen Show (4:3)</PresentationFormat>
  <Paragraphs>94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Loops in Python </vt:lpstr>
      <vt:lpstr>Introduction </vt:lpstr>
      <vt:lpstr>Types of Loops</vt:lpstr>
      <vt:lpstr>Internal Working of Loops</vt:lpstr>
      <vt:lpstr>For Loop – Basic Example</vt:lpstr>
      <vt:lpstr>For Loop with Collections</vt:lpstr>
      <vt:lpstr>While Loop – Condition Based Loop</vt:lpstr>
      <vt:lpstr>Nested Loops – Loop inside Loop</vt:lpstr>
      <vt:lpstr>Loop Control Statements – break &amp; continue</vt:lpstr>
      <vt:lpstr>Real-World &amp; Industry Use Cases</vt:lpstr>
      <vt:lpstr>Summary &amp; Key Takeaways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9</cp:revision>
  <dcterms:created xsi:type="dcterms:W3CDTF">2006-08-16T00:00:00Z</dcterms:created>
  <dcterms:modified xsi:type="dcterms:W3CDTF">2026-01-10T08:43:03Z</dcterms:modified>
</cp:coreProperties>
</file>