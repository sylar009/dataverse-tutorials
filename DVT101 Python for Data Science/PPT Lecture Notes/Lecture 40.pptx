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7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06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020B6F-6D38-4BA7-82C7-B3DBC0EBB546}" type="datetimeFigureOut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45FF92-2650-4675-9E40-36907B04A1E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75ED64-9649-4B99-A718-3B5AE61BAEB1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A18CB9-AE3E-43B5-8041-AF81C8CEC6F4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0A1B1-AFCF-4800-B7C6-5A57939CA90A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9A5EF0-70E2-484B-97E0-3F3D8A0BBD37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124340-B4B3-47CA-9A28-2D1927D2AABB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A875B3-43BC-4240-ADB0-02E0491858B5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D54E20-0949-4CBF-B2C7-4754E9E54BA2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26D0B6-0584-49A0-A789-84AAE9A24FD7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634C0-DA23-4200-879A-91782AC43316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1C02D-0541-4466-8689-2E12F84CD7E7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 l="-25000" r="-25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77C7EB-DC76-4D8E-A8D0-686ABE088EDD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Encapsulation in 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IN" dirty="0" smtClean="0">
                <a:solidFill>
                  <a:schemeClr val="bg1"/>
                </a:solidFill>
              </a:rPr>
              <a:t>DVT101 – Lecture </a:t>
            </a:r>
            <a:r>
              <a:rPr lang="en-IN" dirty="0" smtClean="0">
                <a:solidFill>
                  <a:schemeClr val="bg1"/>
                </a:solidFill>
              </a:rPr>
              <a:t>40</a:t>
            </a:r>
            <a:endParaRPr lang="en-IN" dirty="0" smtClean="0">
              <a:solidFill>
                <a:schemeClr val="bg1"/>
              </a:solidFill>
            </a:endParaRPr>
          </a:p>
          <a:p>
            <a:pPr algn="r"/>
            <a:r>
              <a:rPr lang="en-IN" dirty="0" smtClean="0">
                <a:solidFill>
                  <a:schemeClr val="bg1"/>
                </a:solidFill>
              </a:rPr>
              <a:t>- By </a:t>
            </a:r>
            <a:r>
              <a:rPr lang="en-IN" dirty="0" err="1" smtClean="0">
                <a:solidFill>
                  <a:schemeClr val="bg1"/>
                </a:solidFill>
              </a:rPr>
              <a:t>Dataverse</a:t>
            </a:r>
            <a:r>
              <a:rPr lang="en-IN" dirty="0" smtClean="0">
                <a:solidFill>
                  <a:schemeClr val="bg1"/>
                </a:solidFill>
              </a:rPr>
              <a:t> Tutorials</a:t>
            </a:r>
            <a:endParaRPr lang="en-US" dirty="0" smtClean="0">
              <a:solidFill>
                <a:schemeClr val="bg1"/>
              </a:solidFill>
            </a:endParaRP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49027-C481-4ADD-819F-E0066DB13A61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What is Encapsulation in Python?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Meaning of encapsulation in OOP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Data hiding concept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access to class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Relationship with class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Why Encapsulation Matters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Protects sensitive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Prevents accidental data modification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Improves code reliability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Makes systems secure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Real-World Analogy of Encapsulation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Bank account balance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ATM interface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backend logic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User actions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internal processing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interaction model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Encapsulation in Object-Oriented Programming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Binding data and methods together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Separation of interface and implementation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Reduced system complexity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Cleaner architecture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Public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Hidden Data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What data should be exposed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What data should be hidden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Design decisions in classes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API-style class usage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Introduction to Access </a:t>
            </a:r>
            <a:r>
              <a:rPr lang="en-US" b="1" dirty="0" err="1" smtClean="0">
                <a:solidFill>
                  <a:schemeClr val="bg1"/>
                </a:solidFill>
              </a:rPr>
              <a:t>Specifiers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Purpose of access control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Visibility of class members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Naming conventions in Python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Logical access restriction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Types of Access Modifiers in </a:t>
            </a:r>
            <a:r>
              <a:rPr lang="en-US" b="1" dirty="0" smtClean="0">
                <a:solidFill>
                  <a:schemeClr val="bg1"/>
                </a:solidFill>
              </a:rPr>
              <a:t>Python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Public members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Protected members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Private members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Convention-based control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Public </a:t>
            </a:r>
            <a:r>
              <a:rPr lang="en-US" b="1" dirty="0" smtClean="0">
                <a:solidFill>
                  <a:schemeClr val="bg1"/>
                </a:solidFill>
              </a:rPr>
              <a:t>Members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Default access level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Direct accessibility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Use cases for public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Risks of overexposure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Protected </a:t>
            </a:r>
            <a:r>
              <a:rPr lang="en-US" b="1" dirty="0" smtClean="0">
                <a:solidFill>
                  <a:schemeClr val="bg1"/>
                </a:solidFill>
              </a:rPr>
              <a:t>Members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Single underscore meaning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Intended internal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Subclass accessibility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Design discipline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Private </a:t>
            </a:r>
            <a:r>
              <a:rPr lang="en-US" b="1" dirty="0" smtClean="0">
                <a:solidFill>
                  <a:schemeClr val="bg1"/>
                </a:solidFill>
              </a:rPr>
              <a:t>Members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Double underscore usage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Name mangling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Strong data protection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access philosophy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Public Members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Public attributes behavior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Public method accessibility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Object-based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When to use public members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343400" y="1752600"/>
            <a:ext cx="4507874" cy="403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Protected Members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Protected attribute idea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Parent-child class interaction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Intended usage rules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Why Python trusts developers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419600" y="1676400"/>
            <a:ext cx="441345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Program Concept: Private Members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10000" cy="4648199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Private attribute hiding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Internal access only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Error on direct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Security-oriented design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199" y="1905000"/>
            <a:ext cx="4599117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Protected </a:t>
            </a:r>
            <a:r>
              <a:rPr lang="en-US" b="1" dirty="0" err="1" smtClean="0">
                <a:solidFill>
                  <a:schemeClr val="bg1"/>
                </a:solidFill>
              </a:rPr>
              <a:t>vs</a:t>
            </a:r>
            <a:r>
              <a:rPr lang="en-US" b="1" dirty="0" smtClean="0">
                <a:solidFill>
                  <a:schemeClr val="bg1"/>
                </a:solidFill>
              </a:rPr>
              <a:t> Private </a:t>
            </a:r>
            <a:r>
              <a:rPr lang="en-US" b="1" dirty="0" smtClean="0">
                <a:solidFill>
                  <a:schemeClr val="bg1"/>
                </a:solidFill>
              </a:rPr>
              <a:t>Methods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Method-level encapsulation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Internal logic protection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Naming convention differences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Controlled workflow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1999" y="1676400"/>
            <a:ext cx="4104383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Getter and Setter Methods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Controlled data access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Validation during update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Read-only </a:t>
            </a:r>
            <a:r>
              <a:rPr lang="en-US" dirty="0" err="1" smtClean="0">
                <a:solidFill>
                  <a:schemeClr val="bg1"/>
                </a:solidFill>
              </a:rPr>
              <a:t>vs</a:t>
            </a:r>
            <a:r>
              <a:rPr lang="en-US" dirty="0" smtClean="0">
                <a:solidFill>
                  <a:schemeClr val="bg1"/>
                </a:solidFill>
              </a:rPr>
              <a:t> writable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Encapsulation best practice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67200" y="1752600"/>
            <a:ext cx="4391337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bg1"/>
                </a:solidFill>
              </a:rPr>
              <a:t>Summary &amp; Key Takeaways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chemeClr val="bg1"/>
                </a:solidFill>
              </a:rPr>
              <a:t>Encapsulation secures data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Access control improves design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Encourages disciplined coding</a:t>
            </a:r>
          </a:p>
          <a:p>
            <a:r>
              <a:rPr lang="en-US" dirty="0" smtClean="0">
                <a:solidFill>
                  <a:schemeClr val="bg1"/>
                </a:solidFill>
              </a:rPr>
              <a:t>Essential for real-world software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3F729A-5DCB-444D-A2A9-90106431E7E0}" type="datetime1">
              <a:rPr lang="en-US" smtClean="0"/>
              <a:pPr/>
              <a:t>2/12/2026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@dataversetutorials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1027" name="Picture 3" descr="D:\DataVerse Tutorials\YouTube Icon Images and Videos\vecteezy_subscribe-button-collection-png-design-subscribe-button_13473771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19200" y="-304800"/>
            <a:ext cx="6987382" cy="69873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359</Words>
  <Application>Microsoft Office PowerPoint</Application>
  <PresentationFormat>On-screen Show (4:3)</PresentationFormat>
  <Paragraphs>137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Encapsulation in Python</vt:lpstr>
      <vt:lpstr>What is Encapsulation in Python?</vt:lpstr>
      <vt:lpstr>Why Encapsulation Matters</vt:lpstr>
      <vt:lpstr>Real-World Analogy of Encapsulation</vt:lpstr>
      <vt:lpstr>Encapsulation in Object-Oriented Programming</vt:lpstr>
      <vt:lpstr>Public vs Hidden Data</vt:lpstr>
      <vt:lpstr>Introduction to Access Specifiers</vt:lpstr>
      <vt:lpstr>Types of Access Modifiers in Python</vt:lpstr>
      <vt:lpstr>Public Members</vt:lpstr>
      <vt:lpstr>Protected Members</vt:lpstr>
      <vt:lpstr>Private Members</vt:lpstr>
      <vt:lpstr>Program Concept: Public Members</vt:lpstr>
      <vt:lpstr>Program Concept: Protected Members</vt:lpstr>
      <vt:lpstr>Program Concept: Private Members</vt:lpstr>
      <vt:lpstr>Protected vs Private Methods</vt:lpstr>
      <vt:lpstr>Getter and Setter Methods</vt:lpstr>
      <vt:lpstr>Summary &amp; Key Takeaways</vt:lpstr>
      <vt:lpstr>Slide 18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Sanyam Lawania</dc:creator>
  <cp:lastModifiedBy>Sanyam Lawania</cp:lastModifiedBy>
  <cp:revision>7</cp:revision>
  <dcterms:created xsi:type="dcterms:W3CDTF">2006-08-16T00:00:00Z</dcterms:created>
  <dcterms:modified xsi:type="dcterms:W3CDTF">2026-02-12T16:12:04Z</dcterms:modified>
</cp:coreProperties>
</file>