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9" r:id="rId4"/>
    <p:sldId id="268" r:id="rId5"/>
    <p:sldId id="267" r:id="rId6"/>
    <p:sldId id="266" r:id="rId7"/>
    <p:sldId id="265" r:id="rId8"/>
    <p:sldId id="264" r:id="rId9"/>
    <p:sldId id="263" r:id="rId10"/>
    <p:sldId id="262" r:id="rId11"/>
    <p:sldId id="261" r:id="rId12"/>
    <p:sldId id="260" r:id="rId13"/>
    <p:sldId id="259" r:id="rId14"/>
    <p:sldId id="25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Global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Local Variables in Python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12</a:t>
            </a: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>
                <a:solidFill>
                  <a:schemeClr val="bg1"/>
                </a:solidFill>
              </a:rPr>
              <a:t>Introduction to Variables Scope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are variables in Python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scope of variables matters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Introduction to Local and Global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beginner mistakes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Variable Scope?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Scope defines variable accessibility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Python follows LEGB rule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Local and Global are most common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Scope prevents data conflicts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Local Variables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Defined inside a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Exists only during function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Cannot be accessed outside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Stored in function memory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Local Variable Example – Inside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Local variables are created inside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Accessible only within the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Destroyed after function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Helps in data isolation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4038600"/>
            <a:ext cx="6629400" cy="2325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Local Variables Cannot Be Used Outside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Local variables cannot be accessed outside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Causes </a:t>
            </a:r>
            <a:r>
              <a:rPr lang="en-US" dirty="0" err="1" smtClean="0">
                <a:solidFill>
                  <a:schemeClr val="bg1"/>
                </a:solidFill>
              </a:rPr>
              <a:t>NameError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Scope limitation example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beginner mistake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962400"/>
            <a:ext cx="4343400" cy="2373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Global Variables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Defined outside all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Accessible everywhere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Stored in global namespace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Shared across functions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Using Global Variable Inside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Global variables defined outside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Accessible inside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Same memory reference used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duplication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962400"/>
            <a:ext cx="4800600" cy="2465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Local Variable Shadows Global Variable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Same name local and global variable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Local variable gets priority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Global remains unchanged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Known as shadowing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1752600"/>
            <a:ext cx="41595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Global Cannot Be Modified Directly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Direct modification not allowed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Python treats variable as local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Causes </a:t>
            </a:r>
            <a:r>
              <a:rPr lang="en-US" dirty="0" err="1" smtClean="0">
                <a:solidFill>
                  <a:schemeClr val="bg1"/>
                </a:solidFill>
              </a:rPr>
              <a:t>UnboundLocalError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Needs global keyword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600200"/>
            <a:ext cx="4191000" cy="4614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Using global Keyword Safely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global keyword links global variable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Allows modification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Changes persist outside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carefully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1524000"/>
            <a:ext cx="3505200" cy="4746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bg1"/>
                </a:solidFill>
              </a:rPr>
              <a:t>Configuration variables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Model </a:t>
            </a:r>
            <a:r>
              <a:rPr lang="fr-FR" dirty="0" err="1" smtClean="0">
                <a:solidFill>
                  <a:schemeClr val="bg1"/>
                </a:solidFill>
              </a:rPr>
              <a:t>parameters</a:t>
            </a:r>
            <a:endParaRPr lang="fr-FR" dirty="0" smtClean="0">
              <a:solidFill>
                <a:schemeClr val="bg1"/>
              </a:solidFill>
            </a:endParaRPr>
          </a:p>
          <a:p>
            <a:r>
              <a:rPr lang="fr-FR" dirty="0" err="1" smtClean="0">
                <a:solidFill>
                  <a:schemeClr val="bg1"/>
                </a:solidFill>
              </a:rPr>
              <a:t>Logging</a:t>
            </a:r>
            <a:r>
              <a:rPr lang="fr-FR" dirty="0" smtClean="0">
                <a:solidFill>
                  <a:schemeClr val="bg1"/>
                </a:solidFill>
              </a:rPr>
              <a:t> </a:t>
            </a:r>
            <a:r>
              <a:rPr lang="fr-FR" dirty="0" err="1" smtClean="0">
                <a:solidFill>
                  <a:schemeClr val="bg1"/>
                </a:solidFill>
              </a:rPr>
              <a:t>levels</a:t>
            </a:r>
            <a:endParaRPr lang="fr-FR" dirty="0" smtClean="0">
              <a:solidFill>
                <a:schemeClr val="bg1"/>
              </a:solidFill>
            </a:endParaRPr>
          </a:p>
          <a:p>
            <a:r>
              <a:rPr lang="fr-FR" dirty="0" err="1" smtClean="0">
                <a:solidFill>
                  <a:schemeClr val="bg1"/>
                </a:solidFill>
              </a:rPr>
              <a:t>Environment</a:t>
            </a:r>
            <a:r>
              <a:rPr lang="fr-FR" dirty="0" smtClean="0">
                <a:solidFill>
                  <a:schemeClr val="bg1"/>
                </a:solidFill>
              </a:rPr>
              <a:t> flags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Local variables are function-specific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Global variables are program-wide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Shadowing is common mistake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global keyword modifies global safely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311</Words>
  <Application>Microsoft Office PowerPoint</Application>
  <PresentationFormat>On-screen Show (4:3)</PresentationFormat>
  <Paragraphs>105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Global vs Local Variables in Python </vt:lpstr>
      <vt:lpstr>Introduction to Variables Scope in Python</vt:lpstr>
      <vt:lpstr>What is Variable Scope?</vt:lpstr>
      <vt:lpstr>Local Variables in Python</vt:lpstr>
      <vt:lpstr>Local Variable Example – Inside Function</vt:lpstr>
      <vt:lpstr>Why Local Variables Cannot Be Used Outside</vt:lpstr>
      <vt:lpstr>Global Variables in Python</vt:lpstr>
      <vt:lpstr>Using Global Variable Inside Function</vt:lpstr>
      <vt:lpstr>Local Variable Shadows Global Variable</vt:lpstr>
      <vt:lpstr>Why Global Cannot Be Modified Directly</vt:lpstr>
      <vt:lpstr>Using global Keyword Safely</vt:lpstr>
      <vt:lpstr>Industry Use Cases</vt:lpstr>
      <vt:lpstr>Summary &amp; Key Takeaways</vt:lpstr>
      <vt:lpstr>Slide 14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9</cp:revision>
  <dcterms:created xsi:type="dcterms:W3CDTF">2006-08-16T00:00:00Z</dcterms:created>
  <dcterms:modified xsi:type="dcterms:W3CDTF">2026-01-11T11:04:19Z</dcterms:modified>
</cp:coreProperties>
</file>