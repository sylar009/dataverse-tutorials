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DECORATORS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22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are Decorators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Modify function behavior without changing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Based on functions as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reusable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real projects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Decorator: Core </a:t>
            </a:r>
            <a:r>
              <a:rPr lang="en-US" b="1" dirty="0" smtClean="0">
                <a:solidFill>
                  <a:schemeClr val="bg1"/>
                </a:solidFill>
              </a:rPr>
              <a:t>Definition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that takes another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Returns a new enhanced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Uses wrapper pattern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modification to original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Basic Decorator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simple decorator that adds </a:t>
            </a:r>
            <a:r>
              <a:rPr lang="en-US" dirty="0" smtClean="0">
                <a:solidFill>
                  <a:schemeClr val="bg1"/>
                </a:solidFill>
              </a:rPr>
              <a:t>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before and after a function </a:t>
            </a:r>
            <a:r>
              <a:rPr lang="en-US" dirty="0" smtClean="0">
                <a:solidFill>
                  <a:schemeClr val="bg1"/>
                </a:solidFill>
              </a:rPr>
              <a:t>call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visualize how decorators wrap existing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981200"/>
            <a:ext cx="4453554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**Decorator with *</a:t>
            </a:r>
            <a:r>
              <a:rPr lang="en-US" b="1" dirty="0" err="1" smtClean="0">
                <a:solidFill>
                  <a:schemeClr val="bg1"/>
                </a:solidFill>
              </a:rPr>
              <a:t>args</a:t>
            </a:r>
            <a:r>
              <a:rPr lang="en-US" b="1" dirty="0" smtClean="0">
                <a:solidFill>
                  <a:schemeClr val="bg1"/>
                </a:solidFill>
              </a:rPr>
              <a:t> and 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Handles any function signature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Flexible and reusable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Industry-ready pattern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5410200" cy="2941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Decorators are Possible?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stored in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Functions passed as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Functions returned from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Functions stored in data structures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Higher-Order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14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can accept other functions as </a:t>
            </a:r>
            <a:r>
              <a:rPr lang="en-US" dirty="0" smtClean="0">
                <a:solidFill>
                  <a:schemeClr val="bg1"/>
                </a:solidFill>
              </a:rPr>
              <a:t>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 results, forming the foundation of decorators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1600200"/>
            <a:ext cx="4505492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Function Decorators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Decorators </a:t>
            </a:r>
            <a:r>
              <a:rPr lang="en-US" dirty="0" smtClean="0">
                <a:solidFill>
                  <a:schemeClr val="bg1"/>
                </a:solidFill>
              </a:rPr>
              <a:t>enhance standalone </a:t>
            </a:r>
            <a:r>
              <a:rPr lang="en-US" dirty="0" smtClean="0">
                <a:solidFill>
                  <a:schemeClr val="bg1"/>
                </a:solidFill>
              </a:rPr>
              <a:t>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Injecting </a:t>
            </a:r>
            <a:r>
              <a:rPr lang="en-US" dirty="0" smtClean="0">
                <a:solidFill>
                  <a:schemeClr val="bg1"/>
                </a:solidFill>
              </a:rPr>
              <a:t>extra </a:t>
            </a:r>
            <a:r>
              <a:rPr lang="en-US" dirty="0" smtClean="0">
                <a:solidFill>
                  <a:schemeClr val="bg1"/>
                </a:solidFill>
              </a:rPr>
              <a:t>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Before </a:t>
            </a:r>
            <a:r>
              <a:rPr lang="en-US" dirty="0" smtClean="0">
                <a:solidFill>
                  <a:schemeClr val="bg1"/>
                </a:solidFill>
              </a:rPr>
              <a:t>and after execution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6019800" cy="2979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Method Decorators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Decorators </a:t>
            </a:r>
            <a:r>
              <a:rPr lang="en-US" dirty="0" smtClean="0">
                <a:solidFill>
                  <a:schemeClr val="bg1"/>
                </a:solidFill>
              </a:rPr>
              <a:t>applied to class </a:t>
            </a:r>
            <a:r>
              <a:rPr lang="en-US" dirty="0" smtClean="0">
                <a:solidFill>
                  <a:schemeClr val="bg1"/>
                </a:solidFill>
              </a:rPr>
              <a:t>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</a:t>
            </a:r>
            <a:r>
              <a:rPr lang="en-US" dirty="0" smtClean="0">
                <a:solidFill>
                  <a:schemeClr val="bg1"/>
                </a:solidFill>
              </a:rPr>
              <a:t>self is handled inside wrapper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199" y="2819400"/>
            <a:ext cx="7294833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Class Decorators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Modify </a:t>
            </a:r>
            <a:r>
              <a:rPr lang="en-US" dirty="0" smtClean="0">
                <a:solidFill>
                  <a:schemeClr val="bg1"/>
                </a:solidFill>
              </a:rPr>
              <a:t>class </a:t>
            </a:r>
            <a:r>
              <a:rPr lang="en-US" dirty="0" smtClean="0">
                <a:solidFill>
                  <a:schemeClr val="bg1"/>
                </a:solidFill>
              </a:rPr>
              <a:t>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Add </a:t>
            </a:r>
            <a:r>
              <a:rPr lang="en-US" dirty="0" smtClean="0">
                <a:solidFill>
                  <a:schemeClr val="bg1"/>
                </a:solidFill>
              </a:rPr>
              <a:t>attributes dynamically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199" y="2819400"/>
            <a:ext cx="779417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Built-in Decorators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@</a:t>
            </a:r>
            <a:r>
              <a:rPr lang="en-US" dirty="0" err="1" smtClean="0">
                <a:solidFill>
                  <a:schemeClr val="bg1"/>
                </a:solidFill>
              </a:rPr>
              <a:t>staticmethod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– no self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@</a:t>
            </a:r>
            <a:r>
              <a:rPr lang="en-US" dirty="0" err="1" smtClean="0">
                <a:solidFill>
                  <a:schemeClr val="bg1"/>
                </a:solidFill>
              </a:rPr>
              <a:t>classmethod</a:t>
            </a:r>
            <a:r>
              <a:rPr lang="en-US" dirty="0" smtClean="0">
                <a:solidFill>
                  <a:schemeClr val="bg1"/>
                </a:solidFill>
              </a:rPr>
              <a:t> – </a:t>
            </a:r>
            <a:r>
              <a:rPr lang="en-US" dirty="0" smtClean="0">
                <a:solidFill>
                  <a:schemeClr val="bg1"/>
                </a:solidFill>
              </a:rPr>
              <a:t>uses </a:t>
            </a:r>
            <a:r>
              <a:rPr lang="en-US" dirty="0" err="1" smtClean="0">
                <a:solidFill>
                  <a:schemeClr val="bg1"/>
                </a:solidFill>
              </a:rPr>
              <a:t>cls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@property </a:t>
            </a:r>
            <a:r>
              <a:rPr lang="en-US" dirty="0" smtClean="0">
                <a:solidFill>
                  <a:schemeClr val="bg1"/>
                </a:solidFill>
              </a:rPr>
              <a:t>– attribute-like access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Chaining Decorators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Multiple </a:t>
            </a:r>
            <a:r>
              <a:rPr lang="en-US" dirty="0" smtClean="0">
                <a:solidFill>
                  <a:schemeClr val="bg1"/>
                </a:solidFill>
              </a:rPr>
              <a:t>decorators can be applied to the same </a:t>
            </a:r>
            <a:r>
              <a:rPr lang="en-US" dirty="0" smtClean="0">
                <a:solidFill>
                  <a:schemeClr val="bg1"/>
                </a:solidFill>
              </a:rPr>
              <a:t>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Execution </a:t>
            </a:r>
            <a:r>
              <a:rPr lang="en-US" dirty="0" smtClean="0">
                <a:solidFill>
                  <a:schemeClr val="bg1"/>
                </a:solidFill>
              </a:rPr>
              <a:t>order affects 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352800"/>
            <a:ext cx="3200400" cy="271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Decorators Matter in Industry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Logging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Authentication &amp; Authorization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rate limiting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Caching (</a:t>
            </a:r>
            <a:r>
              <a:rPr lang="en-US" dirty="0" err="1" smtClean="0">
                <a:solidFill>
                  <a:schemeClr val="bg1"/>
                </a:solidFill>
              </a:rPr>
              <a:t>lru_cache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Retry mechanisms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Decorators = functions wrapping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&amp; reusable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Built on first-class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heavily in production systems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300</Words>
  <Application>Microsoft Office PowerPoint</Application>
  <PresentationFormat>On-screen Show (4:3)</PresentationFormat>
  <Paragraphs>102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DECORATORS IN PYTHON</vt:lpstr>
      <vt:lpstr>What are Decorators in Python?</vt:lpstr>
      <vt:lpstr>Decorator: Core Definition</vt:lpstr>
      <vt:lpstr>Basic Decorator Example</vt:lpstr>
      <vt:lpstr>**Decorator with *args and kwargs</vt:lpstr>
      <vt:lpstr>Why Decorators are Possible?</vt:lpstr>
      <vt:lpstr>Higher-Order Functions</vt:lpstr>
      <vt:lpstr>Function Decorators</vt:lpstr>
      <vt:lpstr>Method Decorators</vt:lpstr>
      <vt:lpstr>Class Decorators</vt:lpstr>
      <vt:lpstr>Built-in Decorators</vt:lpstr>
      <vt:lpstr>Chaining Decorators</vt:lpstr>
      <vt:lpstr>Why Decorators Matter in Industry</vt:lpstr>
      <vt:lpstr>Key Takeaways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17</cp:revision>
  <dcterms:created xsi:type="dcterms:W3CDTF">2006-08-16T00:00:00Z</dcterms:created>
  <dcterms:modified xsi:type="dcterms:W3CDTF">2026-01-24T11:53:37Z</dcterms:modified>
</cp:coreProperties>
</file>