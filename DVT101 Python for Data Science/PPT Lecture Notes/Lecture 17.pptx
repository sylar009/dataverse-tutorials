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Lambda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17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are Lambda Functions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Anonymous (nameless)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Written using lambda keyword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short, simple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Often used with map, filter, reduce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Lambda Function – Core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One-line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function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Automatically returns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Expression-based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Lambda Syntax &amp; How It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lambda arguments : expression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Expression is auto-returned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function body block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Basic Lambda Example – String Uppercase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Lambda as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Calls string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transformed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631084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Lambda with Conditions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Inline if-else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classification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 decision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505200"/>
            <a:ext cx="8139854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Lambda with List 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transformation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Compact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preprocessing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505200"/>
            <a:ext cx="801168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Filtering Data Using Lambda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Boolean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selection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datasets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reduce() – Aggregation Using Lambda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Cumulative operation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final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analytics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Lambda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Regular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Lambda → short &amp; temporary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 → reusable &amp; complex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Lambda → one expression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 of Lambda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preprocessing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Sorting &amp; filtering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Event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Lambda = anonymous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One-line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best with map/filter/reduce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code readability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233</Words>
  <Application>Microsoft Office PowerPoint</Application>
  <PresentationFormat>On-screen Show (4:3)</PresentationFormat>
  <Paragraphs>90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Python Lambda Functions</vt:lpstr>
      <vt:lpstr>What are Lambda Functions in Python?</vt:lpstr>
      <vt:lpstr>Lambda Function – Core Concept</vt:lpstr>
      <vt:lpstr>Lambda Syntax &amp; How It Works Internally</vt:lpstr>
      <vt:lpstr>Basic Lambda Example – String Uppercase</vt:lpstr>
      <vt:lpstr>Using Lambda with Conditions</vt:lpstr>
      <vt:lpstr>Lambda with List Comprehension</vt:lpstr>
      <vt:lpstr>Filtering Data Using Lambda</vt:lpstr>
      <vt:lpstr>reduce() – Aggregation Using Lambda</vt:lpstr>
      <vt:lpstr>Lambda vs Regular Function</vt:lpstr>
      <vt:lpstr>Industry Use Cases of Lambda Functions</vt:lpstr>
      <vt:lpstr>Key Takeaways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3</cp:revision>
  <dcterms:created xsi:type="dcterms:W3CDTF">2006-08-16T00:00:00Z</dcterms:created>
  <dcterms:modified xsi:type="dcterms:W3CDTF">2026-01-19T07:29:54Z</dcterms:modified>
</cp:coreProperties>
</file>