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reduce()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19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reduce()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Used to reduce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r>
              <a:rPr lang="en-US" dirty="0" smtClean="0">
                <a:solidFill>
                  <a:schemeClr val="bg1"/>
                </a:solidFill>
              </a:rPr>
              <a:t> into a single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Part of </a:t>
            </a:r>
            <a:r>
              <a:rPr lang="en-US" dirty="0" err="1" smtClean="0">
                <a:solidFill>
                  <a:schemeClr val="bg1"/>
                </a:solidFill>
              </a:rPr>
              <a:t>functools</a:t>
            </a:r>
            <a:r>
              <a:rPr lang="en-US" dirty="0" smtClean="0">
                <a:solidFill>
                  <a:schemeClr val="bg1"/>
                </a:solidFill>
              </a:rPr>
              <a:t>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Applies function cumulatively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for sum, product, concatenation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Core Concept of reduce()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Higher-order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Takes function +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Returns single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Executes step-by-step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Syntax &amp; Internal 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reduce(function,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dirty="0" err="1" smtClean="0">
                <a:solidFill>
                  <a:schemeClr val="bg1"/>
                </a:solidFill>
              </a:rPr>
              <a:t>initializer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 takes 2 arguments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Result flows forward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Optional </a:t>
            </a:r>
            <a:r>
              <a:rPr lang="en-US" dirty="0" err="1" smtClean="0">
                <a:solidFill>
                  <a:schemeClr val="bg1"/>
                </a:solidFill>
              </a:rPr>
              <a:t>initializer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String Concatenation using reduce()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reduce() can be used to merge multiple strings into a single string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processes elements </a:t>
            </a:r>
            <a:r>
              <a:rPr lang="en-US" b="1" dirty="0" smtClean="0">
                <a:solidFill>
                  <a:schemeClr val="bg1"/>
                </a:solidFill>
              </a:rPr>
              <a:t>pair by pair</a:t>
            </a:r>
            <a:r>
              <a:rPr lang="en-US" dirty="0" smtClean="0">
                <a:solidFill>
                  <a:schemeClr val="bg1"/>
                </a:solidFill>
              </a:rPr>
              <a:t> from left to right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lambda function defines how two strings are combined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for building sentences, logs, or combined messages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Returns a </a:t>
            </a:r>
            <a:r>
              <a:rPr lang="en-US" b="1" dirty="0" smtClean="0">
                <a:solidFill>
                  <a:schemeClr val="bg1"/>
                </a:solidFill>
              </a:rPr>
              <a:t>single final string value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962400"/>
            <a:ext cx="728701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reduce() with Named Function (Sum)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</a:t>
            </a:r>
            <a:r>
              <a:rPr lang="en-US" dirty="0" smtClean="0">
                <a:solidFill>
                  <a:schemeClr val="bg1"/>
                </a:solidFill>
              </a:rPr>
              <a:t>reduce() works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normal user-defined function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895600"/>
            <a:ext cx="4267200" cy="3320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Factorial using Lambda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reduce() can be </a:t>
            </a:r>
            <a:r>
              <a:rPr lang="en-US" dirty="0" smtClean="0">
                <a:solidFill>
                  <a:schemeClr val="bg1"/>
                </a:solidFill>
              </a:rPr>
              <a:t>used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calculate </a:t>
            </a:r>
            <a:r>
              <a:rPr lang="en-US" b="1" dirty="0" smtClean="0">
                <a:solidFill>
                  <a:schemeClr val="bg1"/>
                </a:solidFill>
              </a:rPr>
              <a:t>factorial-like multiplication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999" y="2895600"/>
            <a:ext cx="793958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reduce() with operator module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operator module</a:t>
            </a:r>
            <a:r>
              <a:rPr lang="en-US" dirty="0" smtClean="0">
                <a:solidFill>
                  <a:schemeClr val="bg1"/>
                </a:solidFill>
              </a:rPr>
              <a:t> as a cleaner alternative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399" y="2286000"/>
            <a:ext cx="7276757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</a:t>
            </a:r>
            <a:r>
              <a:rPr lang="en-US" b="1" dirty="0" err="1" smtClean="0">
                <a:solidFill>
                  <a:schemeClr val="bg1"/>
                </a:solidFill>
              </a:rPr>
              <a:t>Initializer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How </a:t>
            </a:r>
            <a:r>
              <a:rPr lang="en-US" b="1" dirty="0" err="1" smtClean="0">
                <a:solidFill>
                  <a:schemeClr val="bg1"/>
                </a:solidFill>
              </a:rPr>
              <a:t>initializer</a:t>
            </a:r>
            <a:r>
              <a:rPr lang="en-US" dirty="0" smtClean="0">
                <a:solidFill>
                  <a:schemeClr val="bg1"/>
                </a:solidFill>
              </a:rPr>
              <a:t> reduce </a:t>
            </a:r>
            <a:r>
              <a:rPr lang="en-US" dirty="0" smtClean="0">
                <a:solidFill>
                  <a:schemeClr val="bg1"/>
                </a:solidFill>
              </a:rPr>
              <a:t>affect on </a:t>
            </a:r>
            <a:r>
              <a:rPr lang="en-US" dirty="0" smtClean="0">
                <a:solidFill>
                  <a:schemeClr val="bg1"/>
                </a:solidFill>
              </a:rPr>
              <a:t>execution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209800"/>
            <a:ext cx="7557796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reduce()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accumulate()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reduce → final value only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accumulate → intermediate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accumulate from </a:t>
            </a:r>
            <a:r>
              <a:rPr lang="en-US" dirty="0" err="1" smtClean="0">
                <a:solidFill>
                  <a:schemeClr val="bg1"/>
                </a:solidFill>
              </a:rPr>
              <a:t>itertools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accumulate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</a:t>
            </a:r>
            <a:r>
              <a:rPr lang="en-US" dirty="0" smtClean="0">
                <a:solidFill>
                  <a:schemeClr val="bg1"/>
                </a:solidFill>
              </a:rPr>
              <a:t>accumulate() returns </a:t>
            </a:r>
            <a:r>
              <a:rPr lang="en-US" b="1" dirty="0" smtClean="0">
                <a:solidFill>
                  <a:schemeClr val="bg1"/>
                </a:solidFill>
              </a:rPr>
              <a:t>intermediate results</a:t>
            </a:r>
            <a:r>
              <a:rPr lang="en-US" dirty="0" smtClean="0">
                <a:solidFill>
                  <a:schemeClr val="bg1"/>
                </a:solidFill>
              </a:rPr>
              <a:t>, unlike reduce.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743200"/>
            <a:ext cx="5943600" cy="3433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Industry Use </a:t>
            </a:r>
            <a:r>
              <a:rPr lang="en-US" b="1" dirty="0" smtClean="0">
                <a:solidFill>
                  <a:schemeClr val="bg1"/>
                </a:solidFill>
              </a:rPr>
              <a:t>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aggregation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feature engineering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Financial calculations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Stream processing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reduce collapses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r>
              <a:rPr lang="en-US" dirty="0" smtClean="0">
                <a:solidFill>
                  <a:schemeClr val="bg1"/>
                </a:solidFill>
              </a:rPr>
              <a:t> → single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Best for simple cumulative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 for complex flows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Readability matters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293</Words>
  <Application>Microsoft Office PowerPoint</Application>
  <PresentationFormat>On-screen Show (4:3)</PresentationFormat>
  <Paragraphs>92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reduce() in Python</vt:lpstr>
      <vt:lpstr>What is reduce() in Python?</vt:lpstr>
      <vt:lpstr>Core Concept of reduce()</vt:lpstr>
      <vt:lpstr>Syntax &amp; Internal Working</vt:lpstr>
      <vt:lpstr>String Concatenation using reduce()</vt:lpstr>
      <vt:lpstr>reduce() with Named Function (Sum)</vt:lpstr>
      <vt:lpstr>Factorial using Lambda</vt:lpstr>
      <vt:lpstr>reduce() with operator module</vt:lpstr>
      <vt:lpstr>Using Initializer</vt:lpstr>
      <vt:lpstr>reduce() vs accumulate()</vt:lpstr>
      <vt:lpstr>accumulate Example</vt:lpstr>
      <vt:lpstr>Industry Use Cases</vt:lpstr>
      <vt:lpstr>Summary &amp; Key Takeaways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17</cp:revision>
  <dcterms:created xsi:type="dcterms:W3CDTF">2006-08-16T00:00:00Z</dcterms:created>
  <dcterms:modified xsi:type="dcterms:W3CDTF">2026-01-20T10:21:34Z</dcterms:modified>
</cp:coreProperties>
</file>