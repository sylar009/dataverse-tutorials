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74" r:id="rId3"/>
    <p:sldId id="258" r:id="rId4"/>
    <p:sldId id="259" r:id="rId5"/>
    <p:sldId id="260" r:id="rId6"/>
    <p:sldId id="271" r:id="rId7"/>
    <p:sldId id="272" r:id="rId8"/>
    <p:sldId id="273" r:id="rId9"/>
    <p:sldId id="261" r:id="rId10"/>
    <p:sldId id="262" r:id="rId11"/>
    <p:sldId id="266" r:id="rId12"/>
    <p:sldId id="267" r:id="rId13"/>
    <p:sldId id="268" r:id="rId14"/>
    <p:sldId id="269" r:id="rId15"/>
    <p:sldId id="270" r:id="rId16"/>
    <p:sldId id="263" r:id="rId17"/>
    <p:sldId id="264" r:id="rId18"/>
    <p:sldId id="265" r:id="rId19"/>
    <p:sldId id="257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75" autoAdjust="0"/>
    <p:restoredTop sz="94660"/>
  </p:normalViewPr>
  <p:slideViewPr>
    <p:cSldViewPr>
      <p:cViewPr varScale="1">
        <p:scale>
          <a:sx n="79" d="100"/>
          <a:sy n="79" d="100"/>
        </p:scale>
        <p:origin x="-1090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File Handling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45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Introduction to File Handling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is File Handling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files are important in programming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between memory data and file data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Real-life analogy of files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RAM</a:t>
            </a:r>
          </a:p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Why Do We Need File Handling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Permanent data storage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Data reuse after program termination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Handling large data efficiently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Automation and configuration management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Types of Files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Text files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Binary files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Common file extensions used in Python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between text and binary data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File System &amp; Backend Overview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How operating systems manage files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File paths and directories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Relationship between Python and OS file system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Role of file descriptors internally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File Operations Lifecycle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File creation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File opening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File processing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File closing importance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Resource management overview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Opening a File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Purpose of opening a file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File path significance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File modes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Default behavior of file opening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599" y="4038600"/>
            <a:ext cx="6184669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File Modes Explained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>
                <a:solidFill>
                  <a:schemeClr val="bg1"/>
                </a:solidFill>
              </a:rPr>
              <a:t>Read mode concept</a:t>
            </a:r>
          </a:p>
          <a:p>
            <a:r>
              <a:rPr lang="fr-FR" dirty="0" err="1" smtClean="0">
                <a:solidFill>
                  <a:schemeClr val="bg1"/>
                </a:solidFill>
              </a:rPr>
              <a:t>Write</a:t>
            </a:r>
            <a:r>
              <a:rPr lang="fr-FR" dirty="0" smtClean="0">
                <a:solidFill>
                  <a:schemeClr val="bg1"/>
                </a:solidFill>
              </a:rPr>
              <a:t> mode concept</a:t>
            </a:r>
          </a:p>
          <a:p>
            <a:r>
              <a:rPr lang="fr-FR" dirty="0" smtClean="0">
                <a:solidFill>
                  <a:schemeClr val="bg1"/>
                </a:solidFill>
              </a:rPr>
              <a:t>Append mode concept</a:t>
            </a:r>
          </a:p>
          <a:p>
            <a:r>
              <a:rPr lang="fr-FR" dirty="0" err="1" smtClean="0">
                <a:solidFill>
                  <a:schemeClr val="bg1"/>
                </a:solidFill>
              </a:rPr>
              <a:t>Difference</a:t>
            </a:r>
            <a:r>
              <a:rPr lang="fr-FR" dirty="0" smtClean="0">
                <a:solidFill>
                  <a:schemeClr val="bg1"/>
                </a:solidFill>
              </a:rPr>
              <a:t> </a:t>
            </a:r>
            <a:r>
              <a:rPr lang="fr-FR" dirty="0" err="1" smtClean="0">
                <a:solidFill>
                  <a:schemeClr val="bg1"/>
                </a:solidFill>
              </a:rPr>
              <a:t>between</a:t>
            </a:r>
            <a:r>
              <a:rPr lang="fr-FR" dirty="0" smtClean="0">
                <a:solidFill>
                  <a:schemeClr val="bg1"/>
                </a:solidFill>
              </a:rPr>
              <a:t> destructive and non-destructive modes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599" y="4495800"/>
            <a:ext cx="6658919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File Object &amp; Its Properties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is a file object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Metadata associated with a file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Tracking file state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Importance of checking file status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3886200"/>
            <a:ext cx="4724400" cy="24620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Reading Data from Files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Concept of reading file content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Memory implications of reading files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Sequential data access idea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When reading is commonly used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3962400"/>
            <a:ext cx="6873766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Writing Data to Files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Concept of writing data to storage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Overwriting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updating data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File creation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Data persistence flow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599" y="4114800"/>
            <a:ext cx="8087895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Using the with Statement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Automatic resource management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manual closing can fail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Cleaner and safer file handling approach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Industry best practices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038600"/>
            <a:ext cx="8038475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Exception Handling in File Operations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can go wrong during file handling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Importance of error-safe programming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Ensuring file closure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Program stability benefits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3962400"/>
            <a:ext cx="5181600" cy="2471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Data Flow During File Handling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Program to file communication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Buffering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Read/write pipeline overview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Execution sequence internally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Real-World Industry Use Cases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Logging systems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Configuration files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Data preprocessing pipelines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Report generation systems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Common Mistakes in File Handling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Forgetting to close files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Using wrong file modes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Overwriting critical data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Memory and performance issues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Performance &amp; Best Practices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Efficient file access strategies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Avoiding unnecessary reads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Choosing correct file modes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 and maintainable file logic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file handling enables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Core concepts recap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every Python developer must know this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Transition to hands-on coding mindset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449</Words>
  <Application>Microsoft Office PowerPoint</Application>
  <PresentationFormat>On-screen Show (4:3)</PresentationFormat>
  <Paragraphs>146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File Handling in Python</vt:lpstr>
      <vt:lpstr>Introduction to File Handling in Python</vt:lpstr>
      <vt:lpstr>Why Do We Need File Handling</vt:lpstr>
      <vt:lpstr>Types of Files in Python</vt:lpstr>
      <vt:lpstr>File System &amp; Backend Overview</vt:lpstr>
      <vt:lpstr>File Operations Lifecycle</vt:lpstr>
      <vt:lpstr>Opening a File in Python</vt:lpstr>
      <vt:lpstr>File Modes Explained</vt:lpstr>
      <vt:lpstr>File Object &amp; Its Properties</vt:lpstr>
      <vt:lpstr>Reading Data from Files</vt:lpstr>
      <vt:lpstr>Writing Data to Files</vt:lpstr>
      <vt:lpstr>Using the with Statement</vt:lpstr>
      <vt:lpstr>Exception Handling in File Operations</vt:lpstr>
      <vt:lpstr>Data Flow During File Handling</vt:lpstr>
      <vt:lpstr>Real-World Industry Use Cases</vt:lpstr>
      <vt:lpstr>Common Mistakes in File Handling</vt:lpstr>
      <vt:lpstr>Performance &amp; Best Practices</vt:lpstr>
      <vt:lpstr>Summary &amp; Key Takeaways</vt:lpstr>
      <vt:lpstr>Slide 19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10</cp:revision>
  <dcterms:created xsi:type="dcterms:W3CDTF">2006-08-16T00:00:00Z</dcterms:created>
  <dcterms:modified xsi:type="dcterms:W3CDTF">2026-02-18T10:00:43Z</dcterms:modified>
</cp:coreProperties>
</file>