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76" r:id="rId4"/>
    <p:sldId id="275" r:id="rId5"/>
    <p:sldId id="274" r:id="rId6"/>
    <p:sldId id="273" r:id="rId7"/>
    <p:sldId id="272" r:id="rId8"/>
    <p:sldId id="271" r:id="rId9"/>
    <p:sldId id="270" r:id="rId10"/>
    <p:sldId id="269" r:id="rId11"/>
    <p:sldId id="268" r:id="rId12"/>
    <p:sldId id="267" r:id="rId13"/>
    <p:sldId id="266" r:id="rId14"/>
    <p:sldId id="265" r:id="rId15"/>
    <p:sldId id="264" r:id="rId16"/>
    <p:sldId id="263" r:id="rId17"/>
    <p:sldId id="262" r:id="rId18"/>
    <p:sldId id="261" r:id="rId19"/>
    <p:sldId id="260" r:id="rId20"/>
    <p:sldId id="259" r:id="rId21"/>
    <p:sldId id="258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r>
              <a:rPr lang="en-US" b="1" dirty="0" smtClean="0">
                <a:solidFill>
                  <a:schemeClr val="bg1"/>
                </a:solidFill>
              </a:rPr>
              <a:t>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</a:t>
            </a:r>
            <a:r>
              <a:rPr lang="en-IN" smtClean="0">
                <a:solidFill>
                  <a:schemeClr val="bg1"/>
                </a:solidFill>
              </a:rPr>
              <a:t>Lecture 32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</a:t>
            </a:r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r>
              <a:rPr lang="en-US" b="1" dirty="0" smtClean="0">
                <a:solidFill>
                  <a:schemeClr val="bg1"/>
                </a:solidFill>
              </a:rPr>
              <a:t>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double-ended queue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from list and queue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Insert/remove from both ends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it is special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Do We Need </a:t>
            </a:r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r>
              <a:rPr lang="en-US" b="1" dirty="0" smtClean="0">
                <a:solidFill>
                  <a:schemeClr val="bg1"/>
                </a:solidFill>
              </a:rPr>
              <a:t>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O(1) operations at both ends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than list for front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FIFO and LIFO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Real-time data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Where </a:t>
            </a:r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r>
              <a:rPr lang="en-US" b="1" dirty="0" smtClean="0">
                <a:solidFill>
                  <a:schemeClr val="bg1"/>
                </a:solidFill>
              </a:rPr>
              <a:t> is Used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Task scheduling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Sliding window problems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Real-time log 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Caching mechanisms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Internal Working of </a:t>
            </a:r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Doubly linked blocks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Constant time insert/delete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block chaining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Comparison with list memory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a </a:t>
            </a:r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collections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Initializing with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Visualizing left and right ends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resizing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038600"/>
            <a:ext cx="7162800" cy="2315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Adding Elements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52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append to right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appendleft</a:t>
            </a:r>
            <a:r>
              <a:rPr lang="en-US" dirty="0" smtClean="0">
                <a:solidFill>
                  <a:schemeClr val="bg1"/>
                </a:solidFill>
              </a:rPr>
              <a:t> to left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extend from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extendleft</a:t>
            </a:r>
            <a:r>
              <a:rPr lang="en-US" dirty="0" smtClean="0">
                <a:solidFill>
                  <a:schemeClr val="bg1"/>
                </a:solidFill>
              </a:rPr>
              <a:t>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752600"/>
            <a:ext cx="4893276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Removing </a:t>
            </a:r>
            <a:r>
              <a:rPr lang="en-US" b="1" dirty="0" smtClean="0">
                <a:solidFill>
                  <a:schemeClr val="bg1"/>
                </a:solidFill>
              </a:rPr>
              <a:t>Elements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pop from right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popleft</a:t>
            </a:r>
            <a:r>
              <a:rPr lang="en-US" dirty="0" smtClean="0">
                <a:solidFill>
                  <a:schemeClr val="bg1"/>
                </a:solidFill>
              </a:rPr>
              <a:t> from left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remove by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clear all elements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1676400"/>
            <a:ext cx="5419768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Accessing &amp; Length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Indexing support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Negative indexing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</a:t>
            </a:r>
            <a:r>
              <a:rPr lang="en-US" dirty="0" err="1" smtClean="0">
                <a:solidFill>
                  <a:schemeClr val="bg1"/>
                </a:solidFill>
              </a:rPr>
              <a:t>len</a:t>
            </a:r>
            <a:r>
              <a:rPr lang="en-US" dirty="0" smtClean="0">
                <a:solidFill>
                  <a:schemeClr val="bg1"/>
                </a:solidFill>
              </a:rPr>
              <a:t>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Boundary safety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657600"/>
            <a:ext cx="5334000" cy="2688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Counting &amp; Searching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count occurrences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index position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missing values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Rotation &amp; Reversal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05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rotate right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rotate left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reverse order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Circular buffer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1676400"/>
            <a:ext cx="5164614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Restricted </a:t>
            </a:r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r>
              <a:rPr lang="en-US" b="1" dirty="0" smtClean="0">
                <a:solidFill>
                  <a:schemeClr val="bg1"/>
                </a:solidFill>
              </a:rPr>
              <a:t> Types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Input restricted </a:t>
            </a:r>
            <a:r>
              <a:rPr lang="en-US" dirty="0" err="1" smtClean="0">
                <a:solidFill>
                  <a:schemeClr val="bg1"/>
                </a:solidFill>
              </a:rPr>
              <a:t>deque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Output restricted </a:t>
            </a:r>
            <a:r>
              <a:rPr lang="en-US" dirty="0" err="1" smtClean="0">
                <a:solidFill>
                  <a:schemeClr val="bg1"/>
                </a:solidFill>
              </a:rPr>
              <a:t>deque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Use-case differences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Performance &amp; Time </a:t>
            </a:r>
            <a:r>
              <a:rPr lang="en-US" b="1" dirty="0" smtClean="0">
                <a:solidFill>
                  <a:schemeClr val="bg1"/>
                </a:solidFill>
              </a:rPr>
              <a:t>Complexity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O(1)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O(n)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</a:t>
            </a:r>
            <a:r>
              <a:rPr lang="en-US" dirty="0" err="1" smtClean="0">
                <a:solidFill>
                  <a:schemeClr val="bg1"/>
                </a:solidFill>
              </a:rPr>
              <a:t>deque</a:t>
            </a:r>
            <a:r>
              <a:rPr lang="en-US" dirty="0" smtClean="0">
                <a:solidFill>
                  <a:schemeClr val="bg1"/>
                </a:solidFill>
              </a:rPr>
              <a:t> is faster than list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trade-offs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List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Stack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Operation speed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efficiency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Use-case suitability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OS task queues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Network packet buffers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Sliding window analytics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list instead of </a:t>
            </a:r>
            <a:r>
              <a:rPr lang="en-US" dirty="0" err="1" smtClean="0">
                <a:solidFill>
                  <a:schemeClr val="bg1"/>
                </a:solidFill>
              </a:rPr>
              <a:t>deque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Confusing append and </a:t>
            </a:r>
            <a:r>
              <a:rPr lang="en-US" dirty="0" err="1" smtClean="0">
                <a:solidFill>
                  <a:schemeClr val="bg1"/>
                </a:solidFill>
              </a:rPr>
              <a:t>appendleft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Removing wrong side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Practices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 for front-heavy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 random access heavy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Combine with </a:t>
            </a:r>
            <a:r>
              <a:rPr lang="en-US" dirty="0" err="1" smtClean="0">
                <a:solidFill>
                  <a:schemeClr val="bg1"/>
                </a:solidFill>
              </a:rPr>
              <a:t>maxlen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Career Relevance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structures interviews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Backend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data streams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Limitations of </a:t>
            </a:r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Slower random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 thread-safe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slicing support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When NOT to Use </a:t>
            </a:r>
            <a:r>
              <a:rPr lang="en-US" b="1" dirty="0" err="1" smtClean="0">
                <a:solidFill>
                  <a:schemeClr val="bg1"/>
                </a:solidFill>
              </a:rPr>
              <a:t>Deque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Heavy indexing tasks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Sorting requirements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Static datasets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Double-ended flexibility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High performance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Ideal for queues &amp; stacks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383</Words>
  <Application>Microsoft Office PowerPoint</Application>
  <PresentationFormat>On-screen Show (4:3)</PresentationFormat>
  <Paragraphs>158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Deque in Python</vt:lpstr>
      <vt:lpstr>What is Deque?</vt:lpstr>
      <vt:lpstr>Why Do We Need Deque?</vt:lpstr>
      <vt:lpstr>Where Deque is Used</vt:lpstr>
      <vt:lpstr>Internal Working of Deque</vt:lpstr>
      <vt:lpstr>Creating a Deque</vt:lpstr>
      <vt:lpstr>Adding Elements </vt:lpstr>
      <vt:lpstr>Removing Elements</vt:lpstr>
      <vt:lpstr>Accessing &amp; Length</vt:lpstr>
      <vt:lpstr>Counting &amp; Searching</vt:lpstr>
      <vt:lpstr>Rotation &amp; Reversal</vt:lpstr>
      <vt:lpstr>Restricted Deque Types</vt:lpstr>
      <vt:lpstr>Performance &amp; Time Complexity</vt:lpstr>
      <vt:lpstr>Deque vs List vs Stack</vt:lpstr>
      <vt:lpstr>Real-World Industry Use</vt:lpstr>
      <vt:lpstr>Common Mistakes</vt:lpstr>
      <vt:lpstr>Best Practices</vt:lpstr>
      <vt:lpstr>Career Relevance</vt:lpstr>
      <vt:lpstr>Limitations of Deque</vt:lpstr>
      <vt:lpstr>When NOT to Use Deque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9</cp:revision>
  <dcterms:created xsi:type="dcterms:W3CDTF">2006-08-16T00:00:00Z</dcterms:created>
  <dcterms:modified xsi:type="dcterms:W3CDTF">2026-02-02T05:42:01Z</dcterms:modified>
</cp:coreProperties>
</file>