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59" r:id="rId4"/>
    <p:sldId id="260" r:id="rId5"/>
    <p:sldId id="261" r:id="rId6"/>
    <p:sldId id="263" r:id="rId7"/>
    <p:sldId id="262" r:id="rId8"/>
    <p:sldId id="264" r:id="rId9"/>
    <p:sldId id="265" r:id="rId10"/>
    <p:sldId id="257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-1061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020B6F-6D38-4BA7-82C7-B3DBC0EBB546}" type="datetimeFigureOut">
              <a:rPr lang="en-US" smtClean="0"/>
              <a:pPr/>
              <a:t>1/2/2026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45FF92-2650-4675-9E40-36907B04A1E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5ED64-9649-4B99-A718-3B5AE61BAEB1}" type="datetime1">
              <a:rPr lang="en-US" smtClean="0"/>
              <a:pPr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18CB9-AE3E-43B5-8041-AF81C8CEC6F4}" type="datetime1">
              <a:rPr lang="en-US" smtClean="0"/>
              <a:pPr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0A1B1-AFCF-4800-B7C6-5A57939CA90A}" type="datetime1">
              <a:rPr lang="en-US" smtClean="0"/>
              <a:pPr/>
              <a:t>1/2/2026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A5EF0-70E2-484B-97E0-3F3D8A0BBD37}" type="datetime1">
              <a:rPr lang="en-US" smtClean="0"/>
              <a:pPr/>
              <a:t>1/2/2026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24340-B4B3-47CA-9A28-2D1927D2AABB}" type="datetime1">
              <a:rPr lang="en-US" smtClean="0"/>
              <a:pPr/>
              <a:t>1/2/2026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875B3-43BC-4240-ADB0-02E0491858B5}" type="datetime1">
              <a:rPr lang="en-US" smtClean="0"/>
              <a:pPr/>
              <a:t>1/2/2026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54E20-0949-4CBF-B2C7-4754E9E54BA2}" type="datetime1">
              <a:rPr lang="en-US" smtClean="0"/>
              <a:pPr/>
              <a:t>1/2/2026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6D0B6-0584-49A0-A789-84AAE9A24FD7}" type="datetime1">
              <a:rPr lang="en-US" smtClean="0"/>
              <a:pPr/>
              <a:t>1/2/2026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634C0-DA23-4200-879A-91782AC43316}" type="datetime1">
              <a:rPr lang="en-US" smtClean="0"/>
              <a:pPr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1C02D-0541-4466-8689-2E12F84CD7E7}" type="datetime1">
              <a:rPr lang="en-US" smtClean="0"/>
              <a:pPr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77C7EB-DC76-4D8E-A8D0-686ABE088EDD}" type="datetime1">
              <a:rPr lang="en-US" smtClean="0"/>
              <a:pPr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Input and Output in Python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IN" dirty="0" smtClean="0">
                <a:solidFill>
                  <a:schemeClr val="bg1"/>
                </a:solidFill>
              </a:rPr>
              <a:t>DVT101 – </a:t>
            </a:r>
            <a:r>
              <a:rPr lang="en-IN" smtClean="0">
                <a:solidFill>
                  <a:schemeClr val="bg1"/>
                </a:solidFill>
              </a:rPr>
              <a:t>Lecture 3</a:t>
            </a:r>
            <a:endParaRPr lang="en-IN" dirty="0" smtClean="0">
              <a:solidFill>
                <a:schemeClr val="bg1"/>
              </a:solidFill>
            </a:endParaRPr>
          </a:p>
          <a:p>
            <a:pPr algn="r"/>
            <a:r>
              <a:rPr lang="en-IN" dirty="0" smtClean="0">
                <a:solidFill>
                  <a:schemeClr val="bg1"/>
                </a:solidFill>
              </a:rPr>
              <a:t>- By </a:t>
            </a:r>
            <a:r>
              <a:rPr lang="en-IN" dirty="0" err="1" smtClean="0">
                <a:solidFill>
                  <a:schemeClr val="bg1"/>
                </a:solidFill>
              </a:rPr>
              <a:t>Dataverse</a:t>
            </a:r>
            <a:r>
              <a:rPr lang="en-IN" dirty="0" smtClean="0">
                <a:solidFill>
                  <a:schemeClr val="bg1"/>
                </a:solidFill>
              </a:rPr>
              <a:t> Tutorials</a:t>
            </a:r>
            <a:endParaRPr lang="en-US" dirty="0" smtClean="0">
              <a:solidFill>
                <a:schemeClr val="bg1"/>
              </a:solidFill>
            </a:endParaRP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49027-C481-4ADD-819F-E0066DB13A61}" type="datetime1">
              <a:rPr lang="en-US" smtClean="0"/>
              <a:pPr/>
              <a:t>1/2/2026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Introduction to Input and Output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Input and Output are core concepts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input() is used to take user input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print() is used to display output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Enables user interaction in programs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Taking Input in Python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input() takes user input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Always returns string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Stores value in variable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3733800"/>
            <a:ext cx="7315200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Printing Output using print()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Displays text and values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Can print strings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Simple and flexible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3657600"/>
            <a:ext cx="624078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Printing Variables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Print single variable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Print multiple variables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Comma-separated output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0" y="3429000"/>
            <a:ext cx="5236575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Taking Multiple Inputs using split()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Multiple values in one line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split() separates input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Values stored as strings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199" y="3657600"/>
            <a:ext cx="7758545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Typecasting Input in Python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input() returns string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Convert to </a:t>
            </a:r>
            <a:r>
              <a:rPr lang="en-US" dirty="0" err="1" smtClean="0">
                <a:solidFill>
                  <a:schemeClr val="bg1"/>
                </a:solidFill>
              </a:rPr>
              <a:t>int</a:t>
            </a:r>
            <a:r>
              <a:rPr lang="en-US" dirty="0" smtClean="0">
                <a:solidFill>
                  <a:schemeClr val="bg1"/>
                </a:solidFill>
              </a:rPr>
              <a:t> or float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Required for calculations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3657600"/>
            <a:ext cx="5864352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Finding Data Type in Python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505200" cy="4525963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type() function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Identifies data type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Useful for debugging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33800" y="1676400"/>
            <a:ext cx="4991100" cy="390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Summary &amp; </a:t>
            </a:r>
            <a:r>
              <a:rPr lang="en-US" b="1" dirty="0" smtClean="0">
                <a:solidFill>
                  <a:schemeClr val="bg1"/>
                </a:solidFill>
              </a:rPr>
              <a:t>CTA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input() for user data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print() for output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Typecasting is important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split() for multiple inputs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type() checks data type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1027" name="Picture 3" descr="D:\DataVerse Tutorials\YouTube Icon Images and Videos\vecteezy_subscribe-button-collection-png-design-subscribe-button_13473771.pn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0" y="-304800"/>
            <a:ext cx="6987382" cy="698738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199</Words>
  <Application>Microsoft Office PowerPoint</Application>
  <PresentationFormat>On-screen Show (4:3)</PresentationFormat>
  <Paragraphs>68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Input and Output in Python</vt:lpstr>
      <vt:lpstr>Introduction to Input and Output</vt:lpstr>
      <vt:lpstr>Taking Input in Python</vt:lpstr>
      <vt:lpstr>Printing Output using print()</vt:lpstr>
      <vt:lpstr>Printing Variables</vt:lpstr>
      <vt:lpstr>Taking Multiple Inputs using split()</vt:lpstr>
      <vt:lpstr>Typecasting Input in Python</vt:lpstr>
      <vt:lpstr>Finding Data Type in Python</vt:lpstr>
      <vt:lpstr>Summary &amp; CTA</vt:lpstr>
      <vt:lpstr>Slide 10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Sanyam Lawania</dc:creator>
  <cp:lastModifiedBy>Sanyam Lawania</cp:lastModifiedBy>
  <cp:revision>7</cp:revision>
  <dcterms:created xsi:type="dcterms:W3CDTF">2006-08-16T00:00:00Z</dcterms:created>
  <dcterms:modified xsi:type="dcterms:W3CDTF">2026-01-02T14:21:15Z</dcterms:modified>
</cp:coreProperties>
</file>