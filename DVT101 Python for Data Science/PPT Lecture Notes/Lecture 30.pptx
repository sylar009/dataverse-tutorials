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7" r:id="rId4"/>
    <p:sldId id="276" r:id="rId5"/>
    <p:sldId id="275" r:id="rId6"/>
    <p:sldId id="274" r:id="rId7"/>
    <p:sldId id="273" r:id="rId8"/>
    <p:sldId id="272" r:id="rId9"/>
    <p:sldId id="271" r:id="rId10"/>
    <p:sldId id="270" r:id="rId11"/>
    <p:sldId id="269" r:id="rId12"/>
    <p:sldId id="268" r:id="rId13"/>
    <p:sldId id="267" r:id="rId14"/>
    <p:sldId id="266" r:id="rId15"/>
    <p:sldId id="265" r:id="rId16"/>
    <p:sldId id="264" r:id="rId17"/>
    <p:sldId id="263" r:id="rId18"/>
    <p:sldId id="262" r:id="rId19"/>
    <p:sldId id="261" r:id="rId20"/>
    <p:sldId id="260" r:id="rId21"/>
    <p:sldId id="259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Collections: Counter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30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Counter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Definition of Counter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 of collections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Subclass of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frequency counting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Counter is Needed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Manual counting is lengthy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Avoids loops and conditions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frequency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syntax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Where Counter is Used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Word frequency in text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Vote counting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and event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preprocessing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Counter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Hash table based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Keys as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Values as counts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Auto-initialized missing keys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Counter (Concept)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From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keyword arguments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657600"/>
            <a:ext cx="5181600" cy="273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Counter Values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Key-based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Default zero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lookups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Dictionary-like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657600"/>
            <a:ext cx="5562600" cy="2689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Updating Counter </a:t>
            </a:r>
            <a:r>
              <a:rPr lang="en-US" b="1" dirty="0" smtClean="0">
                <a:solidFill>
                  <a:schemeClr val="bg1"/>
                </a:solidFill>
              </a:rPr>
              <a:t>Data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72439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Merging new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Increasing counts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Adding new keys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data streams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828800"/>
            <a:ext cx="4648200" cy="268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Exploring Counter Elements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Expanding back to list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Arbitrary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reconstruction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905000"/>
            <a:ext cx="5110949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Finding Most Common Items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Ranking by frequency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Top-N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analytics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Recommendation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038600"/>
            <a:ext cx="4191000" cy="2303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Incrementing Individual Counts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Direct value modification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Auto-creation of new keys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Tracking live events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828800"/>
            <a:ext cx="5029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Subtracting </a:t>
            </a:r>
            <a:r>
              <a:rPr lang="en-US" b="1" dirty="0" smtClean="0">
                <a:solidFill>
                  <a:schemeClr val="bg1"/>
                </a:solidFill>
              </a:rPr>
              <a:t>Counts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Removing occurrences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Allowing negative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correction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429000"/>
            <a:ext cx="6495102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Arithmetic Operations on Counters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1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Addition of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Intersection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Union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600200"/>
            <a:ext cx="4502493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Counter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Normal Dictionary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Less boilerplate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Built-in analytics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Safer missing key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Performance Perspective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Faster than manual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Optimized hash lookups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trade-offs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 </a:t>
            </a:r>
            <a:r>
              <a:rPr lang="en-US" b="1" dirty="0" smtClean="0">
                <a:solidFill>
                  <a:schemeClr val="bg1"/>
                </a:solidFill>
              </a:rPr>
              <a:t>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NLP word counts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Fraud pattern detection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behavior analysis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Misinterpreting negative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for huge streams without limits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Forgetting Counter is mutable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Clean data before counting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</a:t>
            </a:r>
            <a:r>
              <a:rPr lang="en-US" dirty="0" err="1" smtClean="0">
                <a:solidFill>
                  <a:schemeClr val="bg1"/>
                </a:solidFill>
              </a:rPr>
              <a:t>most_common</a:t>
            </a:r>
            <a:r>
              <a:rPr lang="en-US" dirty="0" smtClean="0">
                <a:solidFill>
                  <a:schemeClr val="bg1"/>
                </a:solidFill>
              </a:rPr>
              <a:t> wisely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Combine with filtering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Career </a:t>
            </a:r>
            <a:r>
              <a:rPr lang="en-US" b="1" dirty="0" smtClean="0">
                <a:solidFill>
                  <a:schemeClr val="bg1"/>
                </a:solidFill>
              </a:rPr>
              <a:t>Relevance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Analyst dashboards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feature engineering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analytics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NOT to Use Counter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Ordered sequence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Extremely large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streaming at scale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</a:t>
            </a:r>
            <a:r>
              <a:rPr lang="en-US" b="1" dirty="0" smtClean="0">
                <a:solidFill>
                  <a:schemeClr val="bg1"/>
                </a:solidFill>
              </a:rPr>
              <a:t>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Fast frequency counting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than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r>
              <a:rPr lang="en-US" dirty="0" smtClean="0">
                <a:solidFill>
                  <a:schemeClr val="bg1"/>
                </a:solidFill>
              </a:rPr>
              <a:t>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Powerful analytics helper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379</Words>
  <Application>Microsoft Office PowerPoint</Application>
  <PresentationFormat>On-screen Show (4:3)</PresentationFormat>
  <Paragraphs>159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Python Collections: Counter</vt:lpstr>
      <vt:lpstr>What is Counter in Python?</vt:lpstr>
      <vt:lpstr>Why Counter is Needed</vt:lpstr>
      <vt:lpstr>Where Counter is Used</vt:lpstr>
      <vt:lpstr>How Counter Works Internally</vt:lpstr>
      <vt:lpstr>Creating Counter (Concept)</vt:lpstr>
      <vt:lpstr>Accessing Counter Values</vt:lpstr>
      <vt:lpstr>Updating Counter Data</vt:lpstr>
      <vt:lpstr>Exploring Counter Elements</vt:lpstr>
      <vt:lpstr>Finding Most Common Items</vt:lpstr>
      <vt:lpstr>Incrementing Individual Counts</vt:lpstr>
      <vt:lpstr>Subtracting Counts</vt:lpstr>
      <vt:lpstr>Arithmetic Operations on Counters</vt:lpstr>
      <vt:lpstr>Counter vs Normal Dictionary</vt:lpstr>
      <vt:lpstr>Performance Perspective</vt:lpstr>
      <vt:lpstr>Real-World Industry Use Cases</vt:lpstr>
      <vt:lpstr>Common Mistakes</vt:lpstr>
      <vt:lpstr>Best Practices</vt:lpstr>
      <vt:lpstr>Career Relevance</vt:lpstr>
      <vt:lpstr>When NOT to Use Counter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23</cp:revision>
  <dcterms:created xsi:type="dcterms:W3CDTF">2006-08-16T00:00:00Z</dcterms:created>
  <dcterms:modified xsi:type="dcterms:W3CDTF">2026-02-01T15:32:13Z</dcterms:modified>
</cp:coreProperties>
</file>