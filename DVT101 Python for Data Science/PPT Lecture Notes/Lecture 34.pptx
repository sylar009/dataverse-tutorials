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74" r:id="rId8"/>
    <p:sldId id="275" r:id="rId9"/>
    <p:sldId id="276" r:id="rId10"/>
    <p:sldId id="277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Defaultdict</a:t>
            </a:r>
            <a:r>
              <a:rPr lang="en-US" b="1" dirty="0" smtClean="0">
                <a:solidFill>
                  <a:schemeClr val="bg1"/>
                </a:solidFill>
              </a:rPr>
              <a:t>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</a:t>
            </a:r>
            <a:r>
              <a:rPr lang="en-IN" smtClean="0">
                <a:solidFill>
                  <a:schemeClr val="bg1"/>
                </a:solidFill>
              </a:rPr>
              <a:t>Lecture 34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</a:t>
            </a:r>
            <a:r>
              <a:rPr lang="en-US" b="1" dirty="0" err="1" smtClean="0">
                <a:solidFill>
                  <a:schemeClr val="bg1"/>
                </a:solidFill>
              </a:rPr>
              <a:t>defaultdict</a:t>
            </a:r>
            <a:r>
              <a:rPr lang="en-US" b="1" dirty="0" smtClean="0">
                <a:solidFill>
                  <a:schemeClr val="bg1"/>
                </a:solidFill>
              </a:rPr>
              <a:t>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Subclass of </a:t>
            </a:r>
            <a:r>
              <a:rPr lang="en-US" dirty="0" err="1" smtClean="0">
                <a:solidFill>
                  <a:schemeClr val="bg1"/>
                </a:solidFill>
              </a:rPr>
              <a:t>dict</a:t>
            </a:r>
            <a:r>
              <a:rPr lang="en-US" dirty="0" smtClean="0">
                <a:solidFill>
                  <a:schemeClr val="bg1"/>
                </a:solidFill>
              </a:rPr>
              <a:t> from collections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Auto-creates missing keys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Avoids </a:t>
            </a:r>
            <a:r>
              <a:rPr lang="en-US" dirty="0" err="1" smtClean="0">
                <a:solidFill>
                  <a:schemeClr val="bg1"/>
                </a:solidFill>
              </a:rPr>
              <a:t>KeyError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Default value mechanism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</a:t>
            </a:r>
            <a:r>
              <a:rPr lang="en-US" b="1" dirty="0" err="1" smtClean="0">
                <a:solidFill>
                  <a:schemeClr val="bg1"/>
                </a:solidFill>
              </a:rPr>
              <a:t>defaultdict</a:t>
            </a:r>
            <a:r>
              <a:rPr lang="en-US" b="1" dirty="0" smtClean="0">
                <a:solidFill>
                  <a:schemeClr val="bg1"/>
                </a:solidFill>
              </a:rPr>
              <a:t> is Needed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 manual key checks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grouping &amp; counting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Error-free access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How </a:t>
            </a:r>
            <a:r>
              <a:rPr lang="en-US" b="1" dirty="0" err="1" smtClean="0">
                <a:solidFill>
                  <a:schemeClr val="bg1"/>
                </a:solidFill>
              </a:rPr>
              <a:t>defaultdict</a:t>
            </a:r>
            <a:r>
              <a:rPr lang="en-US" b="1" dirty="0" smtClean="0">
                <a:solidFill>
                  <a:schemeClr val="bg1"/>
                </a:solidFill>
              </a:rPr>
              <a:t> Works Internally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Uses </a:t>
            </a:r>
            <a:r>
              <a:rPr lang="en-US" dirty="0" err="1" smtClean="0">
                <a:solidFill>
                  <a:schemeClr val="bg1"/>
                </a:solidFill>
              </a:rPr>
              <a:t>default_factory</a:t>
            </a:r>
            <a:r>
              <a:rPr lang="en-US" dirty="0" smtClean="0">
                <a:solidFill>
                  <a:schemeClr val="bg1"/>
                </a:solidFill>
              </a:rPr>
              <a:t> callable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missing</a:t>
            </a:r>
            <a:r>
              <a:rPr lang="en-US" dirty="0" smtClean="0">
                <a:solidFill>
                  <a:schemeClr val="bg1"/>
                </a:solidFill>
              </a:rPr>
              <a:t> mechanism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On-demand key creation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Lazy initialization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Default Factory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Callable generator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list, </a:t>
            </a:r>
            <a:r>
              <a:rPr lang="en-US" dirty="0" err="1" smtClean="0">
                <a:solidFill>
                  <a:schemeClr val="bg1"/>
                </a:solidFill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dirty="0" err="1" smtClean="0">
                <a:solidFill>
                  <a:schemeClr val="bg1"/>
                </a:solidFill>
              </a:rPr>
              <a:t>str</a:t>
            </a:r>
            <a:r>
              <a:rPr lang="en-US" dirty="0" smtClean="0">
                <a:solidFill>
                  <a:schemeClr val="bg1"/>
                </a:solidFill>
              </a:rPr>
              <a:t>, set, custom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None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 auto-generation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Basic Creation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733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Import from collections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Assign default factory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 key creation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behavior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1752600"/>
            <a:ext cx="4736517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Using list as Factory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100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Auto empty list per key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Appending without checks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Grouping use-cases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752600"/>
            <a:ext cx="44478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Using </a:t>
            </a:r>
            <a:r>
              <a:rPr lang="en-US" b="1" dirty="0" err="1" smtClean="0">
                <a:solidFill>
                  <a:schemeClr val="bg1"/>
                </a:solidFill>
              </a:rPr>
              <a:t>int</a:t>
            </a:r>
            <a:r>
              <a:rPr lang="en-US" b="1" dirty="0" smtClean="0">
                <a:solidFill>
                  <a:schemeClr val="bg1"/>
                </a:solidFill>
              </a:rPr>
              <a:t> as Factory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76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Default zero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Frequency counters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Histograms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1676400"/>
            <a:ext cx="5023757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Using </a:t>
            </a:r>
            <a:r>
              <a:rPr lang="en-US" b="1" dirty="0" err="1" smtClean="0">
                <a:solidFill>
                  <a:schemeClr val="bg1"/>
                </a:solidFill>
              </a:rPr>
              <a:t>str</a:t>
            </a:r>
            <a:r>
              <a:rPr lang="en-US" b="1" dirty="0" smtClean="0">
                <a:solidFill>
                  <a:schemeClr val="bg1"/>
                </a:solidFill>
              </a:rPr>
              <a:t> as Factory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Default empty string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 concatenation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Text aggregation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352800"/>
            <a:ext cx="5841999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Grouping by Keys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4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Word classification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First-letter grouping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Categorization logic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200400"/>
            <a:ext cx="6629400" cy="320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Behind the Scenes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76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Trigger on absent key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Calls </a:t>
            </a:r>
            <a:r>
              <a:rPr lang="en-US" dirty="0" err="1" smtClean="0">
                <a:solidFill>
                  <a:schemeClr val="bg1"/>
                </a:solidFill>
              </a:rPr>
              <a:t>default_factory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Error if None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1828800"/>
            <a:ext cx="532484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dict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defaultdict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Error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default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difference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Industry Use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Log aggregation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Graph adjacency lists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Caching systems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Mistakes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Misusing </a:t>
            </a:r>
            <a:r>
              <a:rPr lang="en-US" b="1" dirty="0" smtClean="0">
                <a:solidFill>
                  <a:schemeClr val="bg1"/>
                </a:solidFill>
              </a:rPr>
              <a:t>missing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Wrong factory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Overwriting keys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Best Practices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Choose correct factory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 None when needed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for dynamic data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Limitations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Slight overhead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Unexpected key creation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Debug complexity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Performance Considerations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Faster than manual checks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Slight memory cost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Suitable for large data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When NOT to Use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Static keys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Strict schemas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Security-sensitive data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Comparison with Counter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Counting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grouping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Different use-cases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Complementary tools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Data Science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Feature grouping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Token frequency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Graph edges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Auto-default dictionary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Simplifies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Powerful grouping tool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335</Words>
  <Application>Microsoft Office PowerPoint</Application>
  <PresentationFormat>On-screen Show (4:3)</PresentationFormat>
  <Paragraphs>154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Defaultdict in Python</vt:lpstr>
      <vt:lpstr>What is defaultdict?</vt:lpstr>
      <vt:lpstr>Why defaultdict is Needed</vt:lpstr>
      <vt:lpstr>How defaultdict Works Internally</vt:lpstr>
      <vt:lpstr>Default Factory Concept</vt:lpstr>
      <vt:lpstr>Basic Creation</vt:lpstr>
      <vt:lpstr>Using list as Factory</vt:lpstr>
      <vt:lpstr>Using int as Factory</vt:lpstr>
      <vt:lpstr>Using str as Factory</vt:lpstr>
      <vt:lpstr>Grouping by Keys</vt:lpstr>
      <vt:lpstr>Behind the Scenes</vt:lpstr>
      <vt:lpstr>dict vs defaultdict</vt:lpstr>
      <vt:lpstr>Real-World Industry Use</vt:lpstr>
      <vt:lpstr>Common Mistakes</vt:lpstr>
      <vt:lpstr>Best Practices</vt:lpstr>
      <vt:lpstr>Limitations</vt:lpstr>
      <vt:lpstr>Performance Considerations</vt:lpstr>
      <vt:lpstr>When NOT to Use</vt:lpstr>
      <vt:lpstr>Comparison with Counter</vt:lpstr>
      <vt:lpstr>Data Science Use Cases</vt:lpstr>
      <vt:lpstr>Summary &amp; Key Takeaways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12</cp:revision>
  <dcterms:created xsi:type="dcterms:W3CDTF">2006-08-16T00:00:00Z</dcterms:created>
  <dcterms:modified xsi:type="dcterms:W3CDTF">2026-02-02T10:03:10Z</dcterms:modified>
</cp:coreProperties>
</file>