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6" r:id="rId7"/>
    <p:sldId id="267" r:id="rId8"/>
    <p:sldId id="270" r:id="rId9"/>
    <p:sldId id="271" r:id="rId10"/>
    <p:sldId id="276" r:id="rId11"/>
    <p:sldId id="277" r:id="rId12"/>
    <p:sldId id="272" r:id="rId13"/>
    <p:sldId id="273" r:id="rId14"/>
    <p:sldId id="274" r:id="rId15"/>
    <p:sldId id="275" r:id="rId16"/>
    <p:sldId id="268" r:id="rId17"/>
    <p:sldId id="269" r:id="rId18"/>
    <p:sldId id="262" r:id="rId19"/>
    <p:sldId id="263" r:id="rId20"/>
    <p:sldId id="264" r:id="rId21"/>
    <p:sldId id="265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OOP Concepts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35</a:t>
            </a: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OOP?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Object-oriented programming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Code as real-world entities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+ behavior together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Modular design approach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OOP is Needed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Code reusability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Easy maintenance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modeling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Scalable systems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Core Building Blocks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Attribute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a Class?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Blueprint for objects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Defines attributes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Defines 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Shared structure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Class Attributes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Instance Attributes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Shared data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unique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difference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 pattern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Constructor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Automatic </a:t>
            </a:r>
            <a:r>
              <a:rPr lang="en-US" dirty="0" err="1" smtClean="0">
                <a:solidFill>
                  <a:schemeClr val="bg1"/>
                </a:solidFill>
              </a:rPr>
              <a:t>initializer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Sets object state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Runs on object creation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352800"/>
            <a:ext cx="5867400" cy="3054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an Object?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Instance of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Represents real entity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Holds its own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Object </a:t>
            </a:r>
            <a:r>
              <a:rPr lang="en-US" b="1" dirty="0" smtClean="0">
                <a:solidFill>
                  <a:schemeClr val="bg1"/>
                </a:solidFill>
              </a:rPr>
              <a:t>Properties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State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Identity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Object Creation Flow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Class definition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Constructor call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allocation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Accessing Object Data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Dot operator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Instance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class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048000"/>
            <a:ext cx="7786467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Four Pillars of 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Inheritance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Polymorphism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Encapsulation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Abstraction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Inheritance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Parent-child relationship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Code reuse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Hierarchical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352800"/>
            <a:ext cx="5410200" cy="301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Polymorphism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Same method, different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Runtime flexibility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Interface consistency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581400"/>
            <a:ext cx="4343400" cy="2776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Encapsulation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hiding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Security &amp; integrity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505200"/>
            <a:ext cx="7281582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Abstraction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Hiding internal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Showing only essentials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Simplified usage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505200"/>
            <a:ext cx="7162800" cy="2849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Internal OOP 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Objects in heap memory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 binding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Reference handling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OOP Examples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Bank accounts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Vehicles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 profiles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Backend frameworks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Game engines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model objects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Overusing inheritance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Ignoring encapsulation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Tight coupling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OOP as design mindset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Improves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Essential for scalable apps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307</Words>
  <Application>Microsoft Office PowerPoint</Application>
  <PresentationFormat>On-screen Show (4:3)</PresentationFormat>
  <Paragraphs>153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Python OOP Concepts</vt:lpstr>
      <vt:lpstr>What is OOP?</vt:lpstr>
      <vt:lpstr>Why OOP is Needed</vt:lpstr>
      <vt:lpstr>Core Building Blocks</vt:lpstr>
      <vt:lpstr>What is a Class?</vt:lpstr>
      <vt:lpstr>Class Attributes vs Instance Attributes</vt:lpstr>
      <vt:lpstr>Constructor Concept</vt:lpstr>
      <vt:lpstr>What is an Object?</vt:lpstr>
      <vt:lpstr>Object Properties</vt:lpstr>
      <vt:lpstr>Object Creation Flow</vt:lpstr>
      <vt:lpstr>Accessing Object Data</vt:lpstr>
      <vt:lpstr>Four Pillars of OOP</vt:lpstr>
      <vt:lpstr>Inheritance </vt:lpstr>
      <vt:lpstr>Polymorphism </vt:lpstr>
      <vt:lpstr>Encapsulation </vt:lpstr>
      <vt:lpstr>Abstraction </vt:lpstr>
      <vt:lpstr>Internal OOP Working</vt:lpstr>
      <vt:lpstr>Real-World OOP Examples</vt:lpstr>
      <vt:lpstr>Industry Use Cases</vt:lpstr>
      <vt:lpstr>Common Mistakes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9</cp:revision>
  <dcterms:created xsi:type="dcterms:W3CDTF">2006-08-16T00:00:00Z</dcterms:created>
  <dcterms:modified xsi:type="dcterms:W3CDTF">2026-02-02T11:36:40Z</dcterms:modified>
</cp:coreProperties>
</file>