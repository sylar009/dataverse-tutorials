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77" r:id="rId3"/>
    <p:sldId id="276" r:id="rId4"/>
    <p:sldId id="275" r:id="rId5"/>
    <p:sldId id="274" r:id="rId6"/>
    <p:sldId id="273" r:id="rId7"/>
    <p:sldId id="272" r:id="rId8"/>
    <p:sldId id="271" r:id="rId9"/>
    <p:sldId id="270" r:id="rId10"/>
    <p:sldId id="269" r:id="rId11"/>
    <p:sldId id="268" r:id="rId12"/>
    <p:sldId id="267" r:id="rId13"/>
    <p:sldId id="266" r:id="rId14"/>
    <p:sldId id="265" r:id="rId15"/>
    <p:sldId id="264" r:id="rId16"/>
    <p:sldId id="263" r:id="rId17"/>
    <p:sldId id="262" r:id="rId18"/>
    <p:sldId id="261" r:id="rId19"/>
    <p:sldId id="260" r:id="rId20"/>
    <p:sldId id="259" r:id="rId21"/>
    <p:sldId id="258" r:id="rId22"/>
    <p:sldId id="257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06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020B6F-6D38-4BA7-82C7-B3DBC0EBB546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5FF92-2650-4675-9E40-36907B04A1E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ED64-9649-4B99-A718-3B5AE61BAEB1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8CB9-AE3E-43B5-8041-AF81C8CEC6F4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A1B1-AFCF-4800-B7C6-5A57939CA90A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A5EF0-70E2-484B-97E0-3F3D8A0BBD37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24340-B4B3-47CA-9A28-2D1927D2AABB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875B3-43BC-4240-ADB0-02E0491858B5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54E20-0949-4CBF-B2C7-4754E9E54BA2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6D0B6-0584-49A0-A789-84AAE9A24FD7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634C0-DA23-4200-879A-91782AC43316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C02D-0541-4466-8689-2E12F84CD7E7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7C7EB-DC76-4D8E-A8D0-686ABE088EDD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chemeClr val="bg1"/>
                </a:solidFill>
              </a:rPr>
              <a:t>OrderedDict</a:t>
            </a:r>
            <a:r>
              <a:rPr lang="en-US" b="1" dirty="0" smtClean="0">
                <a:solidFill>
                  <a:schemeClr val="bg1"/>
                </a:solidFill>
              </a:rPr>
              <a:t> in Python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IN" dirty="0" smtClean="0">
                <a:solidFill>
                  <a:schemeClr val="bg1"/>
                </a:solidFill>
              </a:rPr>
              <a:t>DVT101 – Lecture 33</a:t>
            </a:r>
          </a:p>
          <a:p>
            <a:pPr algn="r"/>
            <a:r>
              <a:rPr lang="en-IN" dirty="0" smtClean="0">
                <a:solidFill>
                  <a:schemeClr val="bg1"/>
                </a:solidFill>
              </a:rPr>
              <a:t>- By </a:t>
            </a:r>
            <a:r>
              <a:rPr lang="en-IN" dirty="0" err="1" smtClean="0">
                <a:solidFill>
                  <a:schemeClr val="bg1"/>
                </a:solidFill>
              </a:rPr>
              <a:t>Dataverse</a:t>
            </a:r>
            <a:r>
              <a:rPr lang="en-IN" dirty="0" smtClean="0">
                <a:solidFill>
                  <a:schemeClr val="bg1"/>
                </a:solidFill>
              </a:rPr>
              <a:t> Tutorials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9027-C481-4ADD-819F-E0066DB13A61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What is </a:t>
            </a:r>
            <a:r>
              <a:rPr lang="en-US" b="1" dirty="0" err="1" smtClean="0">
                <a:solidFill>
                  <a:schemeClr val="bg1"/>
                </a:solidFill>
              </a:rPr>
              <a:t>OrderedDict</a:t>
            </a:r>
            <a:r>
              <a:rPr lang="en-US" b="1" dirty="0" smtClean="0">
                <a:solidFill>
                  <a:schemeClr val="bg1"/>
                </a:solidFill>
              </a:rPr>
              <a:t>?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Subclass of built-in dictionary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Remembers insertion order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Order-sensitive structure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Why it exists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Why </a:t>
            </a:r>
            <a:r>
              <a:rPr lang="en-US" b="1" dirty="0" err="1" smtClean="0">
                <a:solidFill>
                  <a:schemeClr val="bg1"/>
                </a:solidFill>
              </a:rPr>
              <a:t>OrderedDict</a:t>
            </a:r>
            <a:r>
              <a:rPr lang="en-US" b="1" dirty="0" smtClean="0">
                <a:solidFill>
                  <a:schemeClr val="bg1"/>
                </a:solidFill>
              </a:rPr>
              <a:t> is Needed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Older Python </a:t>
            </a:r>
            <a:r>
              <a:rPr lang="en-US" dirty="0" err="1" smtClean="0">
                <a:solidFill>
                  <a:schemeClr val="bg1"/>
                </a:solidFill>
              </a:rPr>
              <a:t>dict</a:t>
            </a:r>
            <a:r>
              <a:rPr lang="en-US" dirty="0" smtClean="0">
                <a:solidFill>
                  <a:schemeClr val="bg1"/>
                </a:solidFill>
              </a:rPr>
              <a:t> limitations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Consistent order guarantee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Advanced order control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Data structure use-cases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Where </a:t>
            </a:r>
            <a:r>
              <a:rPr lang="en-US" b="1" dirty="0" err="1" smtClean="0">
                <a:solidFill>
                  <a:schemeClr val="bg1"/>
                </a:solidFill>
              </a:rPr>
              <a:t>OrderedDict</a:t>
            </a:r>
            <a:r>
              <a:rPr lang="en-US" b="1" dirty="0" smtClean="0">
                <a:solidFill>
                  <a:schemeClr val="bg1"/>
                </a:solidFill>
              </a:rPr>
              <a:t> is Used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LRU cache design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Queues and stacks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Logging systems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JSON &amp; form processing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Internal Working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Doubly linked list of keys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Hash table for fast lookup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Pointer-based ordering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Efficient reordering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Creating </a:t>
            </a:r>
            <a:r>
              <a:rPr lang="en-US" b="1" dirty="0" err="1" smtClean="0">
                <a:solidFill>
                  <a:schemeClr val="bg1"/>
                </a:solidFill>
              </a:rPr>
              <a:t>OrderedDict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2766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Using collections module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Initializing with pairs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Visualizing key sequence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81400" y="1981200"/>
            <a:ext cx="5029200" cy="31033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chemeClr val="bg1"/>
                </a:solidFill>
              </a:rPr>
              <a:t>OrderedDict</a:t>
            </a:r>
            <a:r>
              <a:rPr lang="en-US" b="1" dirty="0" smtClean="0">
                <a:solidFill>
                  <a:schemeClr val="bg1"/>
                </a:solidFill>
              </a:rPr>
              <a:t> </a:t>
            </a:r>
            <a:r>
              <a:rPr lang="en-US" b="1" dirty="0" err="1" smtClean="0">
                <a:solidFill>
                  <a:schemeClr val="bg1"/>
                </a:solidFill>
              </a:rPr>
              <a:t>vs</a:t>
            </a:r>
            <a:r>
              <a:rPr lang="en-US" b="1" dirty="0" smtClean="0">
                <a:solidFill>
                  <a:schemeClr val="bg1"/>
                </a:solidFill>
              </a:rPr>
              <a:t> </a:t>
            </a:r>
            <a:r>
              <a:rPr lang="en-US" b="1" dirty="0" err="1" smtClean="0">
                <a:solidFill>
                  <a:schemeClr val="bg1"/>
                </a:solidFill>
              </a:rPr>
              <a:t>dict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8100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Both preserve order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Only </a:t>
            </a:r>
            <a:r>
              <a:rPr lang="en-US" dirty="0" err="1" smtClean="0">
                <a:solidFill>
                  <a:schemeClr val="bg1"/>
                </a:solidFill>
              </a:rPr>
              <a:t>OrderedDict</a:t>
            </a:r>
            <a:r>
              <a:rPr lang="en-US" dirty="0" smtClean="0">
                <a:solidFill>
                  <a:schemeClr val="bg1"/>
                </a:solidFill>
              </a:rPr>
              <a:t> allows reordering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Equality behavior difference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Feature comparison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95800" y="1600200"/>
            <a:ext cx="306101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Updating Values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Value change without reordering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Stable key positions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Safe updates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3505200"/>
            <a:ext cx="7903128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Equality Checks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Content and order check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Order-sensitive comparison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Validation use-cases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3505200"/>
            <a:ext cx="7626477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Reversing Order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Using reversed sequence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Creating new </a:t>
            </a:r>
            <a:r>
              <a:rPr lang="en-US" dirty="0" err="1" smtClean="0">
                <a:solidFill>
                  <a:schemeClr val="bg1"/>
                </a:solidFill>
              </a:rPr>
              <a:t>OrderedDict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Visualizing reverse flow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3429000"/>
            <a:ext cx="7036370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Pop from Ends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pop last element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pop first element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FIFO &amp; LIFO logic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3505200"/>
            <a:ext cx="757267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Moving Keys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move to end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move to front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Reordering logic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3429000"/>
            <a:ext cx="6248400" cy="29300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Delete &amp; Reinsert Behavior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25908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Removal effect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Reinsert at end</a:t>
            </a:r>
          </a:p>
          <a:p>
            <a:r>
              <a:rPr lang="en-US" dirty="0" err="1" smtClean="0">
                <a:solidFill>
                  <a:schemeClr val="bg1"/>
                </a:solidFill>
              </a:rPr>
              <a:t>Recency</a:t>
            </a:r>
            <a:r>
              <a:rPr lang="en-US" dirty="0" smtClean="0">
                <a:solidFill>
                  <a:schemeClr val="bg1"/>
                </a:solidFill>
              </a:rPr>
              <a:t> tracking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0" y="1905000"/>
            <a:ext cx="5648325" cy="346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Order Preservation Feature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Sequence-sensitive data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Log analysis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User interfaces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Performance Considerations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Slightly slower than </a:t>
            </a:r>
            <a:r>
              <a:rPr lang="en-US" dirty="0" err="1" smtClean="0">
                <a:solidFill>
                  <a:schemeClr val="bg1"/>
                </a:solidFill>
              </a:rPr>
              <a:t>dict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Memory trade-offs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When to use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Real-World Industry Use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Cache eviction systems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API request tracking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User activity logs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Common Mistakes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Assuming </a:t>
            </a:r>
            <a:r>
              <a:rPr lang="en-US" dirty="0" err="1" smtClean="0">
                <a:solidFill>
                  <a:schemeClr val="bg1"/>
                </a:solidFill>
              </a:rPr>
              <a:t>dict</a:t>
            </a:r>
            <a:r>
              <a:rPr lang="en-US" dirty="0" smtClean="0">
                <a:solidFill>
                  <a:schemeClr val="bg1"/>
                </a:solidFill>
              </a:rPr>
              <a:t> and </a:t>
            </a:r>
            <a:r>
              <a:rPr lang="en-US" dirty="0" err="1" smtClean="0">
                <a:solidFill>
                  <a:schemeClr val="bg1"/>
                </a:solidFill>
              </a:rPr>
              <a:t>OrderedDict</a:t>
            </a:r>
            <a:r>
              <a:rPr lang="en-US" dirty="0" smtClean="0">
                <a:solidFill>
                  <a:schemeClr val="bg1"/>
                </a:solidFill>
              </a:rPr>
              <a:t> same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Forgetting order matters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Unnecessary usage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Best Practices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Use when order logic needed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Combine with caching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Avoid for simple maps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Limitations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Slower than </a:t>
            </a:r>
            <a:r>
              <a:rPr lang="en-US" dirty="0" err="1" smtClean="0">
                <a:solidFill>
                  <a:schemeClr val="bg1"/>
                </a:solidFill>
              </a:rPr>
              <a:t>dict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Extra memory overhead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Not needed in Python 3.7+ basic use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When NOT to Use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Simple key-value store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Performance critical loops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No order logic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Summary &amp; Key Takeaways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Order-aware dictionary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Advanced control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Ideal for LRU &amp; logs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1027" name="Picture 3" descr="D:\DataVerse Tutorials\YouTube Icon Images and Videos\vecteezy_subscribe-button-collection-png-design-subscribe-button_13473771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-304800"/>
            <a:ext cx="6987382" cy="698738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355</Words>
  <Application>Microsoft Office PowerPoint</Application>
  <PresentationFormat>On-screen Show (4:3)</PresentationFormat>
  <Paragraphs>154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OrderedDict in Python</vt:lpstr>
      <vt:lpstr>What is OrderedDict?</vt:lpstr>
      <vt:lpstr>Why OrderedDict is Needed</vt:lpstr>
      <vt:lpstr>Where OrderedDict is Used</vt:lpstr>
      <vt:lpstr>Internal Working</vt:lpstr>
      <vt:lpstr>Creating OrderedDict</vt:lpstr>
      <vt:lpstr>OrderedDict vs dict</vt:lpstr>
      <vt:lpstr>Updating Values</vt:lpstr>
      <vt:lpstr>Equality Checks</vt:lpstr>
      <vt:lpstr>Reversing Order</vt:lpstr>
      <vt:lpstr>Pop from Ends</vt:lpstr>
      <vt:lpstr>Moving Keys</vt:lpstr>
      <vt:lpstr>Delete &amp; Reinsert Behavior</vt:lpstr>
      <vt:lpstr>Order Preservation Feature</vt:lpstr>
      <vt:lpstr>Performance Considerations</vt:lpstr>
      <vt:lpstr>Real-World Industry Use</vt:lpstr>
      <vt:lpstr>Common Mistakes</vt:lpstr>
      <vt:lpstr>Best Practices</vt:lpstr>
      <vt:lpstr>Limitations</vt:lpstr>
      <vt:lpstr>When NOT to Use</vt:lpstr>
      <vt:lpstr>Summary &amp; Key Takeaways</vt:lpstr>
      <vt:lpstr>Slide 22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Sanyam Lawania</dc:creator>
  <cp:lastModifiedBy>Sanyam Lawania</cp:lastModifiedBy>
  <cp:revision>14</cp:revision>
  <dcterms:created xsi:type="dcterms:W3CDTF">2006-08-16T00:00:00Z</dcterms:created>
  <dcterms:modified xsi:type="dcterms:W3CDTF">2026-02-02T08:50:53Z</dcterms:modified>
</cp:coreProperties>
</file>