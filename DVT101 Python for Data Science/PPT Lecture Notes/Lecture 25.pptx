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</a:t>
            </a:r>
            <a:r>
              <a:rPr lang="en-US" b="1" dirty="0" err="1" smtClean="0">
                <a:solidFill>
                  <a:schemeClr val="bg1"/>
                </a:solidFill>
              </a:rPr>
              <a:t>Tuples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25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</a:t>
            </a:r>
            <a:r>
              <a:rPr lang="en-US" b="1" dirty="0" err="1" smtClean="0">
                <a:solidFill>
                  <a:schemeClr val="bg1"/>
                </a:solidFill>
              </a:rPr>
              <a:t>Tuples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in Python?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Ordered, immutable collection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Similar to lists but cannot be modified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for fixed data sets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</a:t>
            </a:r>
            <a:r>
              <a:rPr lang="en-US" b="1" dirty="0" err="1" smtClean="0">
                <a:solidFill>
                  <a:schemeClr val="bg1"/>
                </a:solidFill>
              </a:rPr>
              <a:t>Tuples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safety with immutability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Faster than lists for read-only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Ideal for constant configurations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Suitable for function returns &amp; records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Characteristics of </a:t>
            </a:r>
            <a:r>
              <a:rPr lang="en-US" b="1" dirty="0" err="1" smtClean="0">
                <a:solidFill>
                  <a:schemeClr val="bg1"/>
                </a:solidFill>
              </a:rPr>
              <a:t>Tuples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Ordered sequence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Immutable (cannot change)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Heterogeneous data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store nested structures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Creating </a:t>
            </a:r>
            <a:r>
              <a:rPr lang="en-US" b="1" dirty="0" err="1" smtClean="0">
                <a:solidFill>
                  <a:schemeClr val="bg1"/>
                </a:solidFill>
              </a:rPr>
              <a:t>Tuples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Empty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Using parentheses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From list using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()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From string using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()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371600"/>
            <a:ext cx="3276600" cy="494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Tuples</a:t>
            </a:r>
            <a:r>
              <a:rPr lang="en-US" b="1" dirty="0" smtClean="0">
                <a:solidFill>
                  <a:schemeClr val="bg1"/>
                </a:solidFill>
              </a:rPr>
              <a:t> with Mixed &amp; Nested </a:t>
            </a:r>
            <a:r>
              <a:rPr lang="en-US" b="1" dirty="0" smtClean="0">
                <a:solidFill>
                  <a:schemeClr val="bg1"/>
                </a:solidFill>
              </a:rPr>
              <a:t>Data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Mixed data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Nested </a:t>
            </a:r>
            <a:r>
              <a:rPr lang="en-US" dirty="0" err="1" smtClean="0">
                <a:solidFill>
                  <a:schemeClr val="bg1"/>
                </a:solidFill>
              </a:rPr>
              <a:t>tuples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repetition using *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creation using loops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600200"/>
            <a:ext cx="329565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Accessing </a:t>
            </a:r>
            <a:r>
              <a:rPr lang="en-US" b="1" dirty="0" err="1" smtClean="0">
                <a:solidFill>
                  <a:schemeClr val="bg1"/>
                </a:solidFill>
              </a:rPr>
              <a:t>Tuple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Elements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Positive indexing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Negative indexing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Range slicing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Out-of-range behavior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447800"/>
            <a:ext cx="4010353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Tuple</a:t>
            </a:r>
            <a:r>
              <a:rPr lang="en-US" b="1" dirty="0" smtClean="0">
                <a:solidFill>
                  <a:schemeClr val="bg1"/>
                </a:solidFill>
              </a:rPr>
              <a:t> Unpacking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Assign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 values to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One-to-one unpacking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Meaningful variable assignment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Tuple</a:t>
            </a:r>
            <a:r>
              <a:rPr lang="en-US" b="1" dirty="0" smtClean="0">
                <a:solidFill>
                  <a:schemeClr val="bg1"/>
                </a:solidFill>
              </a:rPr>
              <a:t> Concatenation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Combining two </a:t>
            </a:r>
            <a:r>
              <a:rPr lang="en-US" dirty="0" err="1" smtClean="0">
                <a:solidFill>
                  <a:schemeClr val="bg1"/>
                </a:solidFill>
              </a:rPr>
              <a:t>tuples</a:t>
            </a:r>
            <a:r>
              <a:rPr lang="en-US" dirty="0" smtClean="0">
                <a:solidFill>
                  <a:schemeClr val="bg1"/>
                </a:solidFill>
              </a:rPr>
              <a:t> using +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Creates a new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Type compatibility rule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429000"/>
            <a:ext cx="4495800" cy="297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Tuple</a:t>
            </a:r>
            <a:r>
              <a:rPr lang="en-US" b="1" dirty="0" smtClean="0">
                <a:solidFill>
                  <a:schemeClr val="bg1"/>
                </a:solidFill>
              </a:rPr>
              <a:t> Slicing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Extracting sub-</a:t>
            </a:r>
            <a:r>
              <a:rPr lang="en-US" dirty="0" err="1" smtClean="0">
                <a:solidFill>
                  <a:schemeClr val="bg1"/>
                </a:solidFill>
              </a:rPr>
              <a:t>tuples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Reverse using step -1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Partial ranges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05199"/>
            <a:ext cx="5715000" cy="292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Deleting a </a:t>
            </a:r>
            <a:r>
              <a:rPr lang="en-US" b="1" dirty="0" err="1" smtClean="0">
                <a:solidFill>
                  <a:schemeClr val="bg1"/>
                </a:solidFill>
              </a:rPr>
              <a:t>Tuple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Tuples</a:t>
            </a:r>
            <a:r>
              <a:rPr lang="en-US" dirty="0" smtClean="0">
                <a:solidFill>
                  <a:schemeClr val="bg1"/>
                </a:solidFill>
              </a:rPr>
              <a:t> are immutable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delete individual elements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del keyword deletes full </a:t>
            </a:r>
            <a:r>
              <a:rPr lang="en-US" dirty="0" err="1" smtClean="0">
                <a:solidFill>
                  <a:schemeClr val="bg1"/>
                </a:solidFill>
              </a:rPr>
              <a:t>tuple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NameError</a:t>
            </a:r>
            <a:r>
              <a:rPr lang="en-US" dirty="0" smtClean="0">
                <a:solidFill>
                  <a:schemeClr val="bg1"/>
                </a:solidFill>
              </a:rPr>
              <a:t> after deletion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962400"/>
            <a:ext cx="5029200" cy="247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Tuple</a:t>
            </a:r>
            <a:r>
              <a:rPr lang="en-US" b="1" dirty="0" smtClean="0">
                <a:solidFill>
                  <a:schemeClr val="bg1"/>
                </a:solidFill>
              </a:rPr>
              <a:t> Unpacking with Asterisk </a:t>
            </a:r>
            <a:r>
              <a:rPr lang="en-US" b="1" dirty="0" smtClean="0">
                <a:solidFill>
                  <a:schemeClr val="bg1"/>
                </a:solidFill>
              </a:rPr>
              <a:t>(*)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Collect multiple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Flexible variable assignment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Middle value capture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828800"/>
            <a:ext cx="4127902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Configuration constants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Database row representation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 multiple returns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Coordinate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Immutable records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Tuples</a:t>
            </a:r>
            <a:r>
              <a:rPr lang="en-US" dirty="0" smtClean="0">
                <a:solidFill>
                  <a:schemeClr val="bg1"/>
                </a:solidFill>
              </a:rPr>
              <a:t> are immutable lists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Safe, fast, and memory efficient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Support slicing, unpacking, nesting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for fixed and read-only data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296</Words>
  <Application>Microsoft Office PowerPoint</Application>
  <PresentationFormat>On-screen Show (4:3)</PresentationFormat>
  <Paragraphs>110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Python Tuples</vt:lpstr>
      <vt:lpstr>Introduction to Tuples</vt:lpstr>
      <vt:lpstr>Why Tuples?</vt:lpstr>
      <vt:lpstr>Key Characteristics of Tuples</vt:lpstr>
      <vt:lpstr>Creating Tuples</vt:lpstr>
      <vt:lpstr>Tuples with Mixed &amp; Nested Data</vt:lpstr>
      <vt:lpstr>Accessing Tuple Elements</vt:lpstr>
      <vt:lpstr>Tuple Unpacking</vt:lpstr>
      <vt:lpstr>Tuple Concatenation</vt:lpstr>
      <vt:lpstr>Tuple Slicing</vt:lpstr>
      <vt:lpstr>Deleting a Tuple</vt:lpstr>
      <vt:lpstr>Tuple Unpacking with Asterisk (*)</vt:lpstr>
      <vt:lpstr>Real-World &amp; Industry Use Cases</vt:lpstr>
      <vt:lpstr>Summary &amp; Key Takeaways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17</cp:revision>
  <dcterms:created xsi:type="dcterms:W3CDTF">2006-08-16T00:00:00Z</dcterms:created>
  <dcterms:modified xsi:type="dcterms:W3CDTF">2026-01-25T11:27:50Z</dcterms:modified>
</cp:coreProperties>
</file>