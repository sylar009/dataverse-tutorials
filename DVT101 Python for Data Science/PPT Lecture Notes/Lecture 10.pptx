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63" r:id="rId4"/>
    <p:sldId id="262" r:id="rId5"/>
    <p:sldId id="261" r:id="rId6"/>
    <p:sldId id="260" r:id="rId7"/>
    <p:sldId id="259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57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Functions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10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is a Function?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Problem of repeated code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Real-life analogy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Benefits of using functions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Where functions are used in industry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Exactly is a Function?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Block of reusable code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Performs a specific task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Defined once, used many times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Improves readability &amp; maintenance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Input → Process → Output model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Defining a Function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def keyword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Function name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Parentheses ()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Indented function body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Function definition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execution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800600"/>
            <a:ext cx="711925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Calling a Function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call syntax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Execution flow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Memory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between define &amp; call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4114800"/>
            <a:ext cx="7717302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Function Arguments – Passing Data to Functions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Parameters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Arguments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passing mechanism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Dynamic behavior of functions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Real-world examples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1752600"/>
            <a:ext cx="4231621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Types of Function Arguments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are Function Arguments?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Different Argument Types are Needed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Default Arguments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Keyword Arguments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Positional Arguments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Arbitrary Arguments (*</a:t>
            </a:r>
            <a:r>
              <a:rPr lang="en-US" dirty="0" err="1" smtClean="0">
                <a:solidFill>
                  <a:schemeClr val="bg1"/>
                </a:solidFill>
              </a:rPr>
              <a:t>args</a:t>
            </a:r>
            <a:r>
              <a:rPr lang="en-US" dirty="0" smtClean="0">
                <a:solidFill>
                  <a:schemeClr val="bg1"/>
                </a:solidFill>
              </a:rPr>
              <a:t>, **</a:t>
            </a:r>
            <a:r>
              <a:rPr lang="en-US" dirty="0" err="1" smtClean="0">
                <a:solidFill>
                  <a:schemeClr val="bg1"/>
                </a:solidFill>
              </a:rPr>
              <a:t>kwargs</a:t>
            </a:r>
            <a:r>
              <a:rPr lang="en-US" dirty="0" smtClean="0">
                <a:solidFill>
                  <a:schemeClr val="bg1"/>
                </a:solidFill>
              </a:rPr>
              <a:t>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Real-world usage of each type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Nested Functions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Inner functions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Scope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protection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 architecture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1676400"/>
            <a:ext cx="4809036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Anonymous Functions – Lambda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No function name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One-line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Faster execution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in ML &amp; Data Science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4038600"/>
            <a:ext cx="786217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Return Statement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Ends function execution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Sends data back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Multiple returns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None return concept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038600"/>
            <a:ext cx="5029200" cy="2150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Pass by Reference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Pass by Value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Mutable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Immutable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Object reference model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Memory behavior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505200"/>
            <a:ext cx="3886200" cy="2685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Recursive Functions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calling itself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Base condition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Stack execution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Mathematical problems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3962400"/>
            <a:ext cx="4800600" cy="235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&amp; Industry Use Cases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ML pipelines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preprocessing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API development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Automation scripts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Interview importance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Functions reduce repetition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Improve code quality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Mandatory for ML &amp; 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Foundation for OOP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307</Words>
  <Application>Microsoft Office PowerPoint</Application>
  <PresentationFormat>On-screen Show (4:3)</PresentationFormat>
  <Paragraphs>119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Python Functions</vt:lpstr>
      <vt:lpstr>Introduction </vt:lpstr>
      <vt:lpstr>What Exactly is a Function?</vt:lpstr>
      <vt:lpstr>Defining a Function in Python</vt:lpstr>
      <vt:lpstr>Calling a Function</vt:lpstr>
      <vt:lpstr>Function Arguments – Passing Data to Functions</vt:lpstr>
      <vt:lpstr>Types of Function Arguments</vt:lpstr>
      <vt:lpstr>Nested Functions</vt:lpstr>
      <vt:lpstr>Anonymous Functions – Lambda</vt:lpstr>
      <vt:lpstr>Return Statement</vt:lpstr>
      <vt:lpstr>Pass by Reference vs Pass by Value</vt:lpstr>
      <vt:lpstr>Recursive Functions</vt:lpstr>
      <vt:lpstr>Real-World &amp; Industry Use Cases</vt:lpstr>
      <vt:lpstr>Summary &amp; Key Takeaways</vt:lpstr>
      <vt:lpstr>Slide 15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9</cp:revision>
  <dcterms:created xsi:type="dcterms:W3CDTF">2006-08-16T00:00:00Z</dcterms:created>
  <dcterms:modified xsi:type="dcterms:W3CDTF">2026-01-10T12:20:54Z</dcterms:modified>
</cp:coreProperties>
</file>