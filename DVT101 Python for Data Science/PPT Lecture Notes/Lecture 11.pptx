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pass Statement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11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Need the pass Statement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requires an indented block after certain statements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Sometimes logic is not ready yet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pass acts as a placeholder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Keeps code syntactically valid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Helps in step-by-step development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</a:t>
            </a:r>
            <a:r>
              <a:rPr lang="en-US" b="1" dirty="0" smtClean="0">
                <a:solidFill>
                  <a:schemeClr val="bg1"/>
                </a:solidFill>
              </a:rPr>
              <a:t>is pass?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pass is a null statement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performs no operation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as a placeholder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execution continues normally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Prevents syntax errors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pass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parser expects a statement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pass satisfies parser requirement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</a:t>
            </a:r>
            <a:r>
              <a:rPr lang="en-US" dirty="0" err="1" smtClean="0">
                <a:solidFill>
                  <a:schemeClr val="bg1"/>
                </a:solidFill>
              </a:rPr>
              <a:t>bytecode</a:t>
            </a:r>
            <a:r>
              <a:rPr lang="en-US" dirty="0" smtClean="0">
                <a:solidFill>
                  <a:schemeClr val="bg1"/>
                </a:solidFill>
              </a:rPr>
              <a:t> logic added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Execution pointer moves ahead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during incremental development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pass Inside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Allows empty function definition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during design phase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Prevents syntax error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Logic can be added later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 large projects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4572000"/>
            <a:ext cx="6705600" cy="1879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pass in if-else Blocks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when no action is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Keeps condition structure valid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Helps future logic insertion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Avoids unnecessary prints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191000"/>
            <a:ext cx="5410200" cy="222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pass Inside Loops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Loop structure remains intact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action for specific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Different from continue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in filtering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4114800"/>
            <a:ext cx="4267200" cy="2165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pass in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Allows empty class creation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Supports object-oriented design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Used in framework development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Helps scaffold architecture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752600"/>
            <a:ext cx="4129939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Where is pass Used in Industry?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API skeleton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Feature planning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Framework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Agile development workflow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Where is pass Used in Industry?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API skeleton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Feature planning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Framework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Agile development workflow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 – Python </a:t>
            </a:r>
            <a:r>
              <a:rPr lang="en-US" b="1" dirty="0" smtClean="0">
                <a:solidFill>
                  <a:schemeClr val="bg1"/>
                </a:solidFill>
              </a:rPr>
              <a:t>pass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pass does nothing but is powerful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Prevents syntax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as placeholder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Helpful in structured coding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clean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294</Words>
  <Application>Microsoft Office PowerPoint</Application>
  <PresentationFormat>On-screen Show (4:3)</PresentationFormat>
  <Paragraphs>96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Python pass Statement </vt:lpstr>
      <vt:lpstr>Why Do We Need the pass Statement in Python?</vt:lpstr>
      <vt:lpstr>What is pass?</vt:lpstr>
      <vt:lpstr>How pass Works Internally</vt:lpstr>
      <vt:lpstr>Using pass Inside Functions</vt:lpstr>
      <vt:lpstr>Using pass in if-else Blocks</vt:lpstr>
      <vt:lpstr>Using pass Inside Loops</vt:lpstr>
      <vt:lpstr>Using pass in Classes</vt:lpstr>
      <vt:lpstr>Where is pass Used in Industry?</vt:lpstr>
      <vt:lpstr>Where is pass Used in Industry?</vt:lpstr>
      <vt:lpstr>Key Takeaways – Python pass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4</cp:revision>
  <dcterms:created xsi:type="dcterms:W3CDTF">2006-08-16T00:00:00Z</dcterms:created>
  <dcterms:modified xsi:type="dcterms:W3CDTF">2026-01-11T07:35:11Z</dcterms:modified>
</cp:coreProperties>
</file>