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5" r:id="rId17"/>
    <p:sldId id="25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Data Abstraction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39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Data Abstraction?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abstraction in OOP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Hiding complexity, showing essentials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Interface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implementation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abstraction is critical in large systems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Do We Need Abstraction?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Simplifies complex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Improves security by hiding internals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Reduces dependency between modules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Makes code scalable and maintainable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 Life Analogy of Abstraction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Software features visible to users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Internal logic hidden from users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Consistent actions across different objects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Different internal behavior, same interface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Abstraction in Object-Oriented Design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Relationship with encapsulation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in software architecture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abstraction supports polymorphism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Blueprint-driven design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What is an Abstract Base Class (ABC)?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Definition of ABC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Blueprint for subclasses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Cannot be instantiated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Forces method implementation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Role of </a:t>
            </a:r>
            <a:r>
              <a:rPr lang="en-US" b="1" dirty="0" err="1" smtClean="0">
                <a:solidFill>
                  <a:schemeClr val="bg1"/>
                </a:solidFill>
              </a:rPr>
              <a:t>abc</a:t>
            </a:r>
            <a:r>
              <a:rPr lang="en-US" b="1" dirty="0" smtClean="0">
                <a:solidFill>
                  <a:schemeClr val="bg1"/>
                </a:solidFill>
              </a:rPr>
              <a:t> Module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Python needs </a:t>
            </a:r>
            <a:r>
              <a:rPr lang="en-US" dirty="0" err="1" smtClean="0">
                <a:solidFill>
                  <a:schemeClr val="bg1"/>
                </a:solidFill>
              </a:rPr>
              <a:t>abc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How </a:t>
            </a:r>
            <a:r>
              <a:rPr lang="en-US" dirty="0" err="1" smtClean="0">
                <a:solidFill>
                  <a:schemeClr val="bg1"/>
                </a:solidFill>
              </a:rPr>
              <a:t>abc</a:t>
            </a:r>
            <a:r>
              <a:rPr lang="en-US" dirty="0" smtClean="0">
                <a:solidFill>
                  <a:schemeClr val="bg1"/>
                </a:solidFill>
              </a:rPr>
              <a:t> enforces structure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abstractmethod</a:t>
            </a:r>
            <a:r>
              <a:rPr lang="en-US" dirty="0" smtClean="0">
                <a:solidFill>
                  <a:schemeClr val="bg1"/>
                </a:solidFill>
              </a:rPr>
              <a:t> decorator purpose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Prevents incomplete class usage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Abstract Method (Concept)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Method without implementation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Acts as a placeholder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Enforces consistency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Child must define behavior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Concrete Method in Abstract Class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Fully implemented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Reusable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Shared across subclasses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Reduces duplication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Abstract Properties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Property-based abstraction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Enforced data attributes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Hidden internal representation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Read-only or computed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Abstract Class Instantiation </a:t>
            </a:r>
            <a:r>
              <a:rPr lang="en-US" b="1" dirty="0" smtClean="0">
                <a:solidFill>
                  <a:schemeClr val="bg1"/>
                </a:solidFill>
              </a:rPr>
              <a:t>Rules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abstract classes cannot be created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Type safety enforcement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Runtime error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Only concrete subclasses allowed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2286000"/>
            <a:ext cx="4495800" cy="3094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Simple ABC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Parent abstract class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Child implementing required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user interacts with child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Structure fixed, behavior flexible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676400"/>
            <a:ext cx="4114800" cy="471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chemeClr val="bg1"/>
                </a:solidFill>
              </a:rPr>
              <a:t>Program Concept: Abstract vs </a:t>
            </a:r>
            <a:r>
              <a:rPr lang="pt-BR" b="1" dirty="0" smtClean="0">
                <a:solidFill>
                  <a:schemeClr val="bg1"/>
                </a:solidFill>
              </a:rPr>
              <a:t>Concrete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Difference between abstract and concrete 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Shared behavior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Enforced customization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Partial implementation design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524000"/>
            <a:ext cx="3352800" cy="4831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Abstract Properties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Property enforcement through abstraction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Parent defines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Child defines actual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Controlled data exposure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524000"/>
            <a:ext cx="3733800" cy="485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Graphics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Payment gateways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Machine learning pipelines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Plugin</a:t>
            </a:r>
            <a:r>
              <a:rPr lang="en-US" dirty="0" smtClean="0">
                <a:solidFill>
                  <a:schemeClr val="bg1"/>
                </a:solidFill>
              </a:rPr>
              <a:t>-based architectures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Abstraction hides complexity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Enforces design contracts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Supports scalability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Essential for enterprise systems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369</Words>
  <Application>Microsoft Office PowerPoint</Application>
  <PresentationFormat>On-screen Show (4:3)</PresentationFormat>
  <Paragraphs>129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Data Abstraction in Python</vt:lpstr>
      <vt:lpstr>What is Data Abstraction?</vt:lpstr>
      <vt:lpstr>Why Do We Need Abstraction?</vt:lpstr>
      <vt:lpstr>Real Life Analogy of Abstraction</vt:lpstr>
      <vt:lpstr>Abstraction in Object-Oriented Design</vt:lpstr>
      <vt:lpstr>What is an Abstract Base Class (ABC)?</vt:lpstr>
      <vt:lpstr>Role of abc Module</vt:lpstr>
      <vt:lpstr>Abstract Method (Concept)</vt:lpstr>
      <vt:lpstr>Concrete Method in Abstract Class</vt:lpstr>
      <vt:lpstr>Abstract Properties</vt:lpstr>
      <vt:lpstr>Abstract Class Instantiation Rules</vt:lpstr>
      <vt:lpstr>Program Concept: Simple ABC Example</vt:lpstr>
      <vt:lpstr>Program Concept: Abstract vs Concrete</vt:lpstr>
      <vt:lpstr>Program Concept: Abstract Properties</vt:lpstr>
      <vt:lpstr>Industry Use Cases</vt:lpstr>
      <vt:lpstr>Summary &amp; Key Takeaways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16</cp:revision>
  <dcterms:created xsi:type="dcterms:W3CDTF">2006-08-16T00:00:00Z</dcterms:created>
  <dcterms:modified xsi:type="dcterms:W3CDTF">2026-02-11T17:44:25Z</dcterms:modified>
</cp:coreProperties>
</file>