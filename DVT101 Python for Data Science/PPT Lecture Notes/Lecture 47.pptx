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61" r:id="rId6"/>
    <p:sldId id="270" r:id="rId7"/>
    <p:sldId id="275" r:id="rId8"/>
    <p:sldId id="274" r:id="rId9"/>
    <p:sldId id="271" r:id="rId10"/>
    <p:sldId id="272" r:id="rId11"/>
    <p:sldId id="273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57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Writing to File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45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 to Writing Files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does writing to a file mean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between reading and writing files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writing files is critical in real applications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Everyday examples of file writing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Do We Write Data to Files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Permanent data storage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Saving program output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Logging and audit trails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Report and data export scenarios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File Creation Concept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files are created programmatically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Role of file modes in creation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Overwrite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create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append idea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Risks of accidental data loss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Understanding File Write Modes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Write mode behavior overview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Append mode behavior overview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Exclusive creation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Choosing the right mode safely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Advanced File Mode Flags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Binary flag purpose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Read–write combination idea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Encoding importance for text files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Newline handling concept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Overwriting Existing Files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truncation means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overwriting is useful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Dangers of overwrite in production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Typical overwrite use cases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4419600"/>
            <a:ext cx="719593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Appending Data to Files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Difference between append and write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End-of-file pointer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Log file and history use cases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Safety advantages of append mode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572000"/>
            <a:ext cx="7942997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Exclusive File Creation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exclusive creation guarantees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Preventing accidental overwrite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Error signaling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Real-world safe file creation examples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038600"/>
            <a:ext cx="8089726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Writing Multiple Lines to a File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Writing line-by-line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batch writing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Managing newline characters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Performance considerations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 formatting strategies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267200"/>
            <a:ext cx="8195224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Efficient Text Writing Strategies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Single-write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multiple-write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String building before writing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Consistent formatting importance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Performance and maintainability impact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343400"/>
            <a:ext cx="8058651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Writing Binary Data to Files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binary writing means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between text and binary output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binary writing is required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Common binary file examples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4343400"/>
            <a:ext cx="8068235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Backend Workflow of File Writing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Program to buffer data flow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Buffer to disk commit process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Role of file closing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OS-level involvement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Error Scenarios While Writing Files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Permission-related issues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File already exists conflicts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Disk and resource limitations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Python signals write errors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114800"/>
            <a:ext cx="7734658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Industry Use Cases of File </a:t>
            </a:r>
            <a:r>
              <a:rPr lang="en-US" b="1" dirty="0" smtClean="0">
                <a:solidFill>
                  <a:schemeClr val="bg1"/>
                </a:solidFill>
              </a:rPr>
              <a:t>Writing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Application logging systems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science result exports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Configuration and state saving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Automated report generation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Common Mistakes in File Writing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Overwriting unintentionally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Missing newline handling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Forgetting encoding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Improper file closure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Best Practices for Writing Files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Choosing the safest mode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Using automatic file management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Keeping write operations minimal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Writing predictable, clean data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Writing Files in Real Projects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Writing intermediate results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Maintaining audit logs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Handling large data outputs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Production-grade file writing mindset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Core concepts recap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to use each write mode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Text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binary writing clarity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Transition to next file-handling concepts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475</Words>
  <Application>Microsoft Office PowerPoint</Application>
  <PresentationFormat>On-screen Show (4:3)</PresentationFormat>
  <Paragraphs>153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Writing to File in Python</vt:lpstr>
      <vt:lpstr>Introduction to Writing Files in Python</vt:lpstr>
      <vt:lpstr>Why Do We Write Data to Files</vt:lpstr>
      <vt:lpstr>File Creation Concept in Python</vt:lpstr>
      <vt:lpstr>Understanding File Write Modes</vt:lpstr>
      <vt:lpstr>Advanced File Mode Flags</vt:lpstr>
      <vt:lpstr>Overwriting Existing Files</vt:lpstr>
      <vt:lpstr>Appending Data to Files</vt:lpstr>
      <vt:lpstr>Exclusive File Creation</vt:lpstr>
      <vt:lpstr>Writing Multiple Lines to a File</vt:lpstr>
      <vt:lpstr>Efficient Text Writing Strategies</vt:lpstr>
      <vt:lpstr>Writing Binary Data to Files</vt:lpstr>
      <vt:lpstr>Backend Workflow of File Writing</vt:lpstr>
      <vt:lpstr>Error Scenarios While Writing Files</vt:lpstr>
      <vt:lpstr>Industry Use Cases of File Writing</vt:lpstr>
      <vt:lpstr>Common Mistakes in File Writing</vt:lpstr>
      <vt:lpstr>Best Practices for Writing Files</vt:lpstr>
      <vt:lpstr>Writing Files in Real Projects</vt:lpstr>
      <vt:lpstr>Summary &amp; Key Takeaways</vt:lpstr>
      <vt:lpstr>Slide 20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28</cp:revision>
  <dcterms:created xsi:type="dcterms:W3CDTF">2006-08-16T00:00:00Z</dcterms:created>
  <dcterms:modified xsi:type="dcterms:W3CDTF">2026-02-20T09:15:32Z</dcterms:modified>
</cp:coreProperties>
</file>