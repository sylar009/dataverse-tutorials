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5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Python Keywords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6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are Python Keywords?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Python needs Keywords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Role in writing correct code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Exactly Are Keywords?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Reserved words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Fixed meaning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Part of Python syntax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be renamed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Why Keywords Cannot Be Used as Names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Avoid confusion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Maintain language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Interpreter dependency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Getting List of Python </a:t>
            </a:r>
            <a:r>
              <a:rPr lang="en-US" dirty="0" smtClean="0">
                <a:solidFill>
                  <a:schemeClr val="bg1"/>
                </a:solidFill>
              </a:rPr>
              <a:t>Keywords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keyword module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kwlist</a:t>
            </a:r>
            <a:r>
              <a:rPr lang="en-US" dirty="0" smtClean="0">
                <a:solidFill>
                  <a:schemeClr val="bg1"/>
                </a:solidFill>
              </a:rPr>
              <a:t> attribute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list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399" y="3581400"/>
            <a:ext cx="648392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How to Identify Keywords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Syntax highlighting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SyntaxError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IDE support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Using Keyword as Variable (Wrong Way)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Not allowed</a:t>
            </a:r>
          </a:p>
          <a:p>
            <a:r>
              <a:rPr lang="en-US" dirty="0" err="1" smtClean="0">
                <a:solidFill>
                  <a:schemeClr val="bg1"/>
                </a:solidFill>
              </a:rPr>
              <a:t>SyntaxError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Interpreter stops </a:t>
            </a:r>
            <a:r>
              <a:rPr lang="en-US" dirty="0" smtClean="0">
                <a:solidFill>
                  <a:schemeClr val="bg1"/>
                </a:solidFill>
              </a:rPr>
              <a:t>execution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657600"/>
            <a:ext cx="3276600" cy="2121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Categories of Python Keywords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Value keywords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Operator keywords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 flow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Functions &amp; classes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Scope &amp; </a:t>
            </a:r>
            <a:r>
              <a:rPr lang="en-US" dirty="0" err="1" smtClean="0">
                <a:solidFill>
                  <a:schemeClr val="bg1"/>
                </a:solidFill>
              </a:rPr>
              <a:t>async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Value Keywords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True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False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None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Operator Keywords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Control Flow Keywords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if, else, </a:t>
            </a:r>
            <a:r>
              <a:rPr lang="en-US" dirty="0" err="1" smtClean="0">
                <a:solidFill>
                  <a:schemeClr val="bg1"/>
                </a:solidFill>
              </a:rPr>
              <a:t>elif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for, while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break, continue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try, except, finally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Function &amp; Class Keywords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lambda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yield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Keywords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Identifiers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Reserved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user-defined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Fixed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flexible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Syntax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logic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Variables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Keywords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Variables store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Keywords define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Variables are flexible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Clean readable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Avoid runtime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Framework compatibility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</a:t>
            </a:r>
            <a:r>
              <a:rPr lang="en-US" b="1" dirty="0" smtClean="0">
                <a:solidFill>
                  <a:schemeClr val="bg1"/>
                </a:solidFill>
              </a:rPr>
              <a:t>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Keywords are reserved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Cannot be identifiers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part of Python syntax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for advanced topics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268</Words>
  <Application>Microsoft Office PowerPoint</Application>
  <PresentationFormat>On-screen Show (4:3)</PresentationFormat>
  <Paragraphs>123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Python Keywords</vt:lpstr>
      <vt:lpstr>Introduction </vt:lpstr>
      <vt:lpstr>What Exactly Are Keywords?</vt:lpstr>
      <vt:lpstr>Why Keywords Cannot Be Used as Names</vt:lpstr>
      <vt:lpstr>Getting List of Python Keywords</vt:lpstr>
      <vt:lpstr>How to Identify Keywords</vt:lpstr>
      <vt:lpstr>Using Keyword as Variable (Wrong Way)</vt:lpstr>
      <vt:lpstr>Categories of Python Keywords</vt:lpstr>
      <vt:lpstr>Value Keywords</vt:lpstr>
      <vt:lpstr>Operator Keywords</vt:lpstr>
      <vt:lpstr>Control Flow Keywords</vt:lpstr>
      <vt:lpstr>Function &amp; Class Keywords</vt:lpstr>
      <vt:lpstr>Keywords vs Identifiers</vt:lpstr>
      <vt:lpstr>Variables vs Keywords</vt:lpstr>
      <vt:lpstr>Real-World &amp; Industry Use</vt:lpstr>
      <vt:lpstr>Summary &amp; Key Takeaways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4</cp:revision>
  <dcterms:created xsi:type="dcterms:W3CDTF">2006-08-16T00:00:00Z</dcterms:created>
  <dcterms:modified xsi:type="dcterms:W3CDTF">2026-01-07T06:00:57Z</dcterms:modified>
</cp:coreProperties>
</file>