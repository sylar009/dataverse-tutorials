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5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*</a:t>
            </a:r>
            <a:r>
              <a:rPr lang="en-US" b="1" dirty="0" err="1" smtClean="0">
                <a:solidFill>
                  <a:schemeClr val="bg1"/>
                </a:solidFill>
              </a:rPr>
              <a:t>args</a:t>
            </a:r>
            <a:r>
              <a:rPr lang="en-US" b="1" dirty="0" smtClean="0">
                <a:solidFill>
                  <a:schemeClr val="bg1"/>
                </a:solidFill>
              </a:rPr>
              <a:t> and **</a:t>
            </a:r>
            <a:r>
              <a:rPr lang="en-US" b="1" dirty="0" err="1" smtClean="0">
                <a:solidFill>
                  <a:schemeClr val="bg1"/>
                </a:solidFill>
              </a:rPr>
              <a:t>kwargs</a:t>
            </a:r>
            <a:r>
              <a:rPr lang="en-US" b="1" dirty="0" smtClean="0">
                <a:solidFill>
                  <a:schemeClr val="bg1"/>
                </a:solidFill>
              </a:rPr>
              <a:t>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14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Why Do We Need *</a:t>
            </a:r>
            <a:r>
              <a:rPr lang="en-US" b="1" dirty="0" err="1" smtClean="0">
                <a:solidFill>
                  <a:schemeClr val="bg1"/>
                </a:solidFill>
              </a:rPr>
              <a:t>args</a:t>
            </a:r>
            <a:r>
              <a:rPr lang="en-US" b="1" dirty="0" smtClean="0">
                <a:solidFill>
                  <a:schemeClr val="bg1"/>
                </a:solidFill>
              </a:rPr>
              <a:t> and </a:t>
            </a:r>
            <a:r>
              <a:rPr lang="en-US" b="1" dirty="0" smtClean="0">
                <a:solidFill>
                  <a:schemeClr val="bg1"/>
                </a:solidFill>
              </a:rPr>
              <a:t>**</a:t>
            </a:r>
            <a:r>
              <a:rPr lang="en-US" b="1" dirty="0" err="1" smtClean="0">
                <a:solidFill>
                  <a:schemeClr val="bg1"/>
                </a:solidFill>
              </a:rPr>
              <a:t>kwargs</a:t>
            </a:r>
            <a:r>
              <a:rPr lang="en-US" b="1" dirty="0" smtClean="0">
                <a:solidFill>
                  <a:schemeClr val="bg1"/>
                </a:solidFill>
              </a:rPr>
              <a:t>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Functions with fixed parameters have limitations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 programs need flexible input handling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*</a:t>
            </a:r>
            <a:r>
              <a:rPr lang="en-US" dirty="0" err="1" smtClean="0">
                <a:solidFill>
                  <a:schemeClr val="bg1"/>
                </a:solidFill>
              </a:rPr>
              <a:t>args</a:t>
            </a:r>
            <a:r>
              <a:rPr lang="en-US" dirty="0" smtClean="0">
                <a:solidFill>
                  <a:schemeClr val="bg1"/>
                </a:solidFill>
              </a:rPr>
              <a:t> and **</a:t>
            </a:r>
            <a:r>
              <a:rPr lang="en-US" dirty="0" err="1" smtClean="0">
                <a:solidFill>
                  <a:schemeClr val="bg1"/>
                </a:solidFill>
              </a:rPr>
              <a:t>kwargs</a:t>
            </a:r>
            <a:r>
              <a:rPr lang="en-US" dirty="0" smtClean="0">
                <a:solidFill>
                  <a:schemeClr val="bg1"/>
                </a:solidFill>
              </a:rPr>
              <a:t> solve this problem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Makes functions reusable and scalable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Widely used in Python libraries &amp; frameworks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Understanding Variable Length Arguments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*</a:t>
            </a:r>
            <a:r>
              <a:rPr lang="en-US" dirty="0" err="1" smtClean="0">
                <a:solidFill>
                  <a:schemeClr val="bg1"/>
                </a:solidFill>
              </a:rPr>
              <a:t>args</a:t>
            </a:r>
            <a:r>
              <a:rPr lang="en-US" dirty="0" smtClean="0">
                <a:solidFill>
                  <a:schemeClr val="bg1"/>
                </a:solidFill>
              </a:rPr>
              <a:t> → Positional arguments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**</a:t>
            </a:r>
            <a:r>
              <a:rPr lang="en-US" dirty="0" err="1" smtClean="0">
                <a:solidFill>
                  <a:schemeClr val="bg1"/>
                </a:solidFill>
              </a:rPr>
              <a:t>kwargs</a:t>
            </a:r>
            <a:r>
              <a:rPr lang="en-US" dirty="0" smtClean="0">
                <a:solidFill>
                  <a:schemeClr val="bg1"/>
                </a:solidFill>
              </a:rPr>
              <a:t> → Keyword arguments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args</a:t>
            </a:r>
            <a:r>
              <a:rPr lang="en-US" dirty="0" smtClean="0">
                <a:solidFill>
                  <a:schemeClr val="bg1"/>
                </a:solidFill>
              </a:rPr>
              <a:t> are stored as </a:t>
            </a:r>
            <a:r>
              <a:rPr lang="en-US" dirty="0" err="1" smtClean="0">
                <a:solidFill>
                  <a:schemeClr val="bg1"/>
                </a:solidFill>
              </a:rPr>
              <a:t>tuple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err="1" smtClean="0">
                <a:solidFill>
                  <a:schemeClr val="bg1"/>
                </a:solidFill>
              </a:rPr>
              <a:t>kwargs</a:t>
            </a:r>
            <a:r>
              <a:rPr lang="en-US" dirty="0" smtClean="0">
                <a:solidFill>
                  <a:schemeClr val="bg1"/>
                </a:solidFill>
              </a:rPr>
              <a:t> are stored as dictionary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Naming is flexible (*values, **details etc.)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How Python Internally Handles *</a:t>
            </a:r>
            <a:r>
              <a:rPr lang="en-US" b="1" dirty="0" err="1" smtClean="0">
                <a:solidFill>
                  <a:schemeClr val="bg1"/>
                </a:solidFill>
              </a:rPr>
              <a:t>args</a:t>
            </a:r>
            <a:r>
              <a:rPr lang="en-US" b="1" dirty="0" smtClean="0">
                <a:solidFill>
                  <a:schemeClr val="bg1"/>
                </a:solidFill>
              </a:rPr>
              <a:t> &amp; </a:t>
            </a:r>
            <a:r>
              <a:rPr lang="en-US" b="1" dirty="0" smtClean="0">
                <a:solidFill>
                  <a:schemeClr val="bg1"/>
                </a:solidFill>
              </a:rPr>
              <a:t>**</a:t>
            </a:r>
            <a:r>
              <a:rPr lang="en-US" b="1" dirty="0" err="1" smtClean="0">
                <a:solidFill>
                  <a:schemeClr val="bg1"/>
                </a:solidFill>
              </a:rPr>
              <a:t>kwargs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call </a:t>
            </a:r>
            <a:r>
              <a:rPr lang="en-US" dirty="0" err="1" smtClean="0">
                <a:solidFill>
                  <a:schemeClr val="bg1"/>
                </a:solidFill>
              </a:rPr>
              <a:t>ke</a:t>
            </a:r>
            <a:r>
              <a:rPr lang="en-US" dirty="0" smtClean="0">
                <a:solidFill>
                  <a:schemeClr val="bg1"/>
                </a:solidFill>
              </a:rPr>
              <a:t> time packing </a:t>
            </a:r>
            <a:r>
              <a:rPr lang="en-US" dirty="0" err="1" smtClean="0">
                <a:solidFill>
                  <a:schemeClr val="bg1"/>
                </a:solidFill>
              </a:rPr>
              <a:t>hoti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hai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*</a:t>
            </a:r>
            <a:r>
              <a:rPr lang="en-US" dirty="0" err="1" smtClean="0">
                <a:solidFill>
                  <a:schemeClr val="bg1"/>
                </a:solidFill>
              </a:rPr>
              <a:t>args</a:t>
            </a:r>
            <a:r>
              <a:rPr lang="en-US" dirty="0" smtClean="0">
                <a:solidFill>
                  <a:schemeClr val="bg1"/>
                </a:solidFill>
              </a:rPr>
              <a:t> → </a:t>
            </a:r>
            <a:r>
              <a:rPr lang="en-US" dirty="0" err="1" smtClean="0">
                <a:solidFill>
                  <a:schemeClr val="bg1"/>
                </a:solidFill>
              </a:rPr>
              <a:t>tuple</a:t>
            </a:r>
            <a:r>
              <a:rPr lang="en-US" dirty="0" smtClean="0">
                <a:solidFill>
                  <a:schemeClr val="bg1"/>
                </a:solidFill>
              </a:rPr>
              <a:t> packing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**</a:t>
            </a:r>
            <a:r>
              <a:rPr lang="en-US" dirty="0" err="1" smtClean="0">
                <a:solidFill>
                  <a:schemeClr val="bg1"/>
                </a:solidFill>
              </a:rPr>
              <a:t>kwargs</a:t>
            </a:r>
            <a:r>
              <a:rPr lang="en-US" dirty="0" smtClean="0">
                <a:solidFill>
                  <a:schemeClr val="bg1"/>
                </a:solidFill>
              </a:rPr>
              <a:t> → dictionary packing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Order matters (*</a:t>
            </a:r>
            <a:r>
              <a:rPr lang="en-US" dirty="0" err="1" smtClean="0">
                <a:solidFill>
                  <a:schemeClr val="bg1"/>
                </a:solidFill>
              </a:rPr>
              <a:t>args</a:t>
            </a:r>
            <a:r>
              <a:rPr lang="en-US" dirty="0" smtClean="0">
                <a:solidFill>
                  <a:schemeClr val="bg1"/>
                </a:solidFill>
              </a:rPr>
              <a:t> always before **</a:t>
            </a:r>
            <a:r>
              <a:rPr lang="en-US" dirty="0" err="1" smtClean="0">
                <a:solidFill>
                  <a:schemeClr val="bg1"/>
                </a:solidFill>
              </a:rPr>
              <a:t>kwargs</a:t>
            </a:r>
            <a:r>
              <a:rPr lang="en-US" dirty="0" smtClean="0">
                <a:solidFill>
                  <a:schemeClr val="bg1"/>
                </a:solidFill>
              </a:rPr>
              <a:t>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Interpreter automatic conversion </a:t>
            </a:r>
            <a:r>
              <a:rPr lang="en-US" dirty="0" err="1" smtClean="0">
                <a:solidFill>
                  <a:schemeClr val="bg1"/>
                </a:solidFill>
              </a:rPr>
              <a:t>karta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hai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Using </a:t>
            </a:r>
            <a:r>
              <a:rPr lang="en-US" b="1" dirty="0" smtClean="0">
                <a:solidFill>
                  <a:schemeClr val="bg1"/>
                </a:solidFill>
              </a:rPr>
              <a:t>*</a:t>
            </a:r>
            <a:r>
              <a:rPr lang="en-US" b="1" i="1" dirty="0" err="1" smtClean="0">
                <a:solidFill>
                  <a:schemeClr val="bg1"/>
                </a:solidFill>
              </a:rPr>
              <a:t>args</a:t>
            </a:r>
            <a:r>
              <a:rPr lang="en-US" b="1" i="1" dirty="0" smtClean="0">
                <a:solidFill>
                  <a:schemeClr val="bg1"/>
                </a:solidFill>
              </a:rPr>
              <a:t> </a:t>
            </a:r>
            <a:r>
              <a:rPr lang="en-US" b="1" i="1" dirty="0" smtClean="0">
                <a:solidFill>
                  <a:schemeClr val="bg1"/>
                </a:solidFill>
              </a:rPr>
              <a:t>to Accept Multiple Values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Accept unlimited positional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Stored as </a:t>
            </a:r>
            <a:r>
              <a:rPr lang="en-US" dirty="0" err="1" smtClean="0">
                <a:solidFill>
                  <a:schemeClr val="bg1"/>
                </a:solidFill>
              </a:rPr>
              <a:t>tuple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Looping possible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Useful for calculations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3886200"/>
            <a:ext cx="4202641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chemeClr val="bg1"/>
                </a:solidFill>
              </a:rPr>
              <a:t>Where *</a:t>
            </a:r>
            <a:r>
              <a:rPr lang="en-US" b="1" i="1" dirty="0" err="1" smtClean="0">
                <a:solidFill>
                  <a:schemeClr val="bg1"/>
                </a:solidFill>
              </a:rPr>
              <a:t>args</a:t>
            </a:r>
            <a:r>
              <a:rPr lang="en-US" b="1" i="1" dirty="0" smtClean="0">
                <a:solidFill>
                  <a:schemeClr val="bg1"/>
                </a:solidFill>
              </a:rPr>
              <a:t> </a:t>
            </a:r>
            <a:r>
              <a:rPr lang="en-US" b="1" i="1" dirty="0" smtClean="0">
                <a:solidFill>
                  <a:schemeClr val="bg1"/>
                </a:solidFill>
              </a:rPr>
              <a:t>is Used in Industry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Logging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Mathematical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preprocessing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Feature engineering pipelines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Understanding </a:t>
            </a:r>
            <a:r>
              <a:rPr lang="en-US" dirty="0" smtClean="0">
                <a:solidFill>
                  <a:schemeClr val="bg1"/>
                </a:solidFill>
              </a:rPr>
              <a:t>**</a:t>
            </a:r>
            <a:r>
              <a:rPr lang="en-US" b="1" dirty="0" err="1" smtClean="0">
                <a:solidFill>
                  <a:schemeClr val="bg1"/>
                </a:solidFill>
              </a:rPr>
              <a:t>kwargs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Accept key=value pairs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Stored as dictionary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Keys are strings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Useful for named data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799" y="3962400"/>
            <a:ext cx="7229139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Using *</a:t>
            </a:r>
            <a:r>
              <a:rPr lang="en-US" b="1" dirty="0" err="1" smtClean="0">
                <a:solidFill>
                  <a:schemeClr val="bg1"/>
                </a:solidFill>
              </a:rPr>
              <a:t>args</a:t>
            </a:r>
            <a:r>
              <a:rPr lang="en-US" b="1" dirty="0" smtClean="0">
                <a:solidFill>
                  <a:schemeClr val="bg1"/>
                </a:solidFill>
              </a:rPr>
              <a:t> and </a:t>
            </a:r>
            <a:r>
              <a:rPr lang="en-US" b="1" dirty="0" smtClean="0">
                <a:solidFill>
                  <a:schemeClr val="bg1"/>
                </a:solidFill>
              </a:rPr>
              <a:t>**</a:t>
            </a:r>
            <a:r>
              <a:rPr lang="en-US" b="1" dirty="0" err="1" smtClean="0">
                <a:solidFill>
                  <a:schemeClr val="bg1"/>
                </a:solidFill>
              </a:rPr>
              <a:t>kwargs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Together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Maximum flexibility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in frameworks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Positional + Named inputs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API design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962400"/>
            <a:ext cx="7846372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Best Practices for *</a:t>
            </a:r>
            <a:r>
              <a:rPr lang="en-US" b="1" dirty="0" err="1" smtClean="0">
                <a:solidFill>
                  <a:schemeClr val="bg1"/>
                </a:solidFill>
              </a:rPr>
              <a:t>args</a:t>
            </a:r>
            <a:r>
              <a:rPr lang="en-US" b="1" dirty="0" smtClean="0">
                <a:solidFill>
                  <a:schemeClr val="bg1"/>
                </a:solidFill>
              </a:rPr>
              <a:t> and </a:t>
            </a:r>
            <a:r>
              <a:rPr lang="en-US" b="1" dirty="0" smtClean="0">
                <a:solidFill>
                  <a:schemeClr val="bg1"/>
                </a:solidFill>
              </a:rPr>
              <a:t>**</a:t>
            </a:r>
            <a:r>
              <a:rPr lang="en-US" b="1" dirty="0" err="1" smtClean="0">
                <a:solidFill>
                  <a:schemeClr val="bg1"/>
                </a:solidFill>
              </a:rPr>
              <a:t>kwargs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Avoid overusing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Keep function readable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Always document parameters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Maintain order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Key </a:t>
            </a:r>
            <a:r>
              <a:rPr lang="en-US" b="1" dirty="0" err="1" smtClean="0">
                <a:solidFill>
                  <a:schemeClr val="bg1"/>
                </a:solidFill>
              </a:rPr>
              <a:t>Learnings</a:t>
            </a:r>
            <a:r>
              <a:rPr lang="en-US" b="1" dirty="0" smtClean="0">
                <a:solidFill>
                  <a:schemeClr val="bg1"/>
                </a:solidFill>
              </a:rPr>
              <a:t> from This Lecture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*</a:t>
            </a:r>
            <a:r>
              <a:rPr lang="en-US" dirty="0" err="1" smtClean="0">
                <a:solidFill>
                  <a:schemeClr val="bg1"/>
                </a:solidFill>
              </a:rPr>
              <a:t>args</a:t>
            </a:r>
            <a:r>
              <a:rPr lang="en-US" dirty="0" smtClean="0">
                <a:solidFill>
                  <a:schemeClr val="bg1"/>
                </a:solidFill>
              </a:rPr>
              <a:t> → </a:t>
            </a:r>
            <a:r>
              <a:rPr lang="en-US" dirty="0" err="1" smtClean="0">
                <a:solidFill>
                  <a:schemeClr val="bg1"/>
                </a:solidFill>
              </a:rPr>
              <a:t>tuple</a:t>
            </a:r>
            <a:r>
              <a:rPr lang="en-US" dirty="0" smtClean="0">
                <a:solidFill>
                  <a:schemeClr val="bg1"/>
                </a:solidFill>
              </a:rPr>
              <a:t> of positional arguments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**</a:t>
            </a:r>
            <a:r>
              <a:rPr lang="en-US" dirty="0" err="1" smtClean="0">
                <a:solidFill>
                  <a:schemeClr val="bg1"/>
                </a:solidFill>
              </a:rPr>
              <a:t>kwargs</a:t>
            </a:r>
            <a:r>
              <a:rPr lang="en-US" dirty="0" smtClean="0">
                <a:solidFill>
                  <a:schemeClr val="bg1"/>
                </a:solidFill>
              </a:rPr>
              <a:t> → dictionary of keyword arguments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Makes code flexible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Widely used in industry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Must-know for interviews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292</Words>
  <Application>Microsoft Office PowerPoint</Application>
  <PresentationFormat>On-screen Show (4:3)</PresentationFormat>
  <Paragraphs>85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*args and **kwargs in Python</vt:lpstr>
      <vt:lpstr>Why Do We Need *args and **kwargs?</vt:lpstr>
      <vt:lpstr>Understanding Variable Length Arguments</vt:lpstr>
      <vt:lpstr>How Python Internally Handles *args &amp; **kwargs</vt:lpstr>
      <vt:lpstr>Using *args to Accept Multiple Values</vt:lpstr>
      <vt:lpstr>Where *args is Used in Industry</vt:lpstr>
      <vt:lpstr>Understanding **kwargs</vt:lpstr>
      <vt:lpstr>Using *args and **kwargs Together</vt:lpstr>
      <vt:lpstr>Best Practices for *args and **kwargs</vt:lpstr>
      <vt:lpstr>Key Learnings from This Lecture</vt:lpstr>
      <vt:lpstr>Slide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5</cp:revision>
  <dcterms:created xsi:type="dcterms:W3CDTF">2006-08-16T00:00:00Z</dcterms:created>
  <dcterms:modified xsi:type="dcterms:W3CDTF">2026-01-12T07:49:25Z</dcterms:modified>
</cp:coreProperties>
</file>