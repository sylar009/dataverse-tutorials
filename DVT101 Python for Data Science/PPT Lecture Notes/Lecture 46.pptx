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5" r:id="rId3"/>
    <p:sldId id="27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57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Reading a File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46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 to Reading Files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does reading a file mean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between program data and file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reading files is a core Python skill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Where file reading is used in real life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File Reading is Important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Accessing previously stored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Handling external data sources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Avoiding hardcoded values in programs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Role in automation and data processing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Types of Data We Read from Files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Text data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Binary data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Structured data formats overview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Python differentiates file content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File Reading Workflow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Locating the file in the system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Opening the file safely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Reading data into the program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Closing and releasing resources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File Read Modes Overview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Read mode purpose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between text and binary read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Default behavior of read mode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incorrect mode causes errors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Reading Entire File Content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Concept of full file read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data is loaded into memory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Pros and limitations of full read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Suitable use cases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962400"/>
            <a:ext cx="7692828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Reading a File Using with Statement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Automatic file management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manual closing is risky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Cleaner and safer approach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Industry-recommended practice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4038600"/>
            <a:ext cx="7854462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Reading Files Line by Line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line-by-line reading is needed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efficiency benefits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Sequential data processing idea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Log and dataset processing use cases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399" y="3962400"/>
            <a:ext cx="747509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Line-by-Line Reading </a:t>
            </a:r>
            <a:r>
              <a:rPr lang="en-US" b="1" dirty="0" smtClean="0">
                <a:solidFill>
                  <a:schemeClr val="bg1"/>
                </a:solidFill>
              </a:rPr>
              <a:t>Techniques (</a:t>
            </a:r>
            <a:r>
              <a:rPr lang="en-US" b="1" dirty="0" err="1" smtClean="0">
                <a:solidFill>
                  <a:schemeClr val="bg1"/>
                </a:solidFill>
              </a:rPr>
              <a:t>Readline</a:t>
            </a:r>
            <a:r>
              <a:rPr lang="en-US" b="1" dirty="0" smtClean="0">
                <a:solidFill>
                  <a:schemeClr val="bg1"/>
                </a:solidFill>
              </a:rPr>
              <a:t>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Loop-based reading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Single-line reading idea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Controlling whitespace and formatting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Choosing the right technique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4038600"/>
            <a:ext cx="5638800" cy="241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Reading Binary Files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binary files are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binary mode is required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between text output and byte output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binary file examples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419600"/>
            <a:ext cx="6477000" cy="1923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Reading Specific Portions of a File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Partial file reading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Limiting data read size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Performance optimization idea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Previewing large files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4038600"/>
            <a:ext cx="819386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Reading CSV Files Conceptually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CSV files represent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Tabular data storage idea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Row and column based reading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Common industry use cases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886200"/>
            <a:ext cx="5715000" cy="2496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CSV Reading Backend Logic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05200" cy="4525963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Parsing comma-separated values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Converting rows into program-friendly structures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Handling headers and data rows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Typical data pipelines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1828800"/>
            <a:ext cx="4930066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Reading JSON Files Conceptually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JSON format is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Key-value based data structure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JSON is popular in APIs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Relationship with Python dictionaries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3962400"/>
            <a:ext cx="6858000" cy="2371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Backend Working of JSON Reading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Parsing structured text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conversion into memory objects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Validation and error possibilities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Usage in real applications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962400"/>
            <a:ext cx="5105400" cy="2406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Common Mistakes While Reading Files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Forgetting to close files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Reading large files incorrectly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Mixing text and binary modes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Assuming file always exists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Best Practices for File Reading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Choosing correct reading method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Using safe file handling techniques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Optimizing memory usage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Writing production-ready code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reading files enables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Different reading strategies recap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to use which method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Transition to advanced data handling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498</Words>
  <Application>Microsoft Office PowerPoint</Application>
  <PresentationFormat>On-screen Show (4:3)</PresentationFormat>
  <Paragraphs>153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Reading a File in Python</vt:lpstr>
      <vt:lpstr>Introduction to Reading Files in Python</vt:lpstr>
      <vt:lpstr>Why File Reading is Important</vt:lpstr>
      <vt:lpstr>Types of Data We Read from Files</vt:lpstr>
      <vt:lpstr>File Reading Workflow</vt:lpstr>
      <vt:lpstr>File Read Modes Overview</vt:lpstr>
      <vt:lpstr>Reading Entire File Content</vt:lpstr>
      <vt:lpstr>Reading a File Using with Statement</vt:lpstr>
      <vt:lpstr>Reading Files Line by Line</vt:lpstr>
      <vt:lpstr>Line-by-Line Reading Techniques (Readline)</vt:lpstr>
      <vt:lpstr>Reading Binary Files</vt:lpstr>
      <vt:lpstr>Reading Specific Portions of a File</vt:lpstr>
      <vt:lpstr>Reading CSV Files Conceptually</vt:lpstr>
      <vt:lpstr>CSV Reading Backend Logic</vt:lpstr>
      <vt:lpstr>Reading JSON Files Conceptually</vt:lpstr>
      <vt:lpstr>Backend Working of JSON Reading</vt:lpstr>
      <vt:lpstr>Common Mistakes While Reading Files</vt:lpstr>
      <vt:lpstr>Best Practices for File Reading</vt:lpstr>
      <vt:lpstr>Summary &amp; Key Takeaways</vt:lpstr>
      <vt:lpstr>Slide 20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9</cp:revision>
  <dcterms:created xsi:type="dcterms:W3CDTF">2006-08-16T00:00:00Z</dcterms:created>
  <dcterms:modified xsi:type="dcterms:W3CDTF">2026-02-19T06:01:42Z</dcterms:modified>
</cp:coreProperties>
</file>