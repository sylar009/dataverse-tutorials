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71" r:id="rId13"/>
    <p:sldId id="263" r:id="rId14"/>
    <p:sldId id="264" r:id="rId15"/>
    <p:sldId id="265" r:id="rId16"/>
    <p:sldId id="272" r:id="rId17"/>
    <p:sldId id="273" r:id="rId18"/>
    <p:sldId id="274" r:id="rId19"/>
    <p:sldId id="275" r:id="rId20"/>
    <p:sldId id="276" r:id="rId21"/>
    <p:sldId id="277" r:id="rId22"/>
    <p:sldId id="25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Polymorphism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37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polymorphism (many forms)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polymorphism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it increases flexibility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real-world software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Analogy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action, different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Payment system example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interface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logic flexibility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Changes in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method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Different object response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Loose coupling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Types of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Compile-time polymorphism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polymorphism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Language dependency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Python’s dynamic nature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Compile-time Polymorphism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 of overloading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Python doesn’t support true overloading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default arguments mimic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in utility functions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Runtime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 overriding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 and child relationship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method resolution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mapping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Polymorphism with Built-in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One function, many data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Adaptive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dynamic typing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Examples of flexibility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Polymorphism with User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Duck typing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Behavior over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Interface-like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Reusable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Operator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operator, different result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Data-type dependent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Operator overloading meaning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Practical examples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 (Dynamic Dispatch)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Python chooses method at runtime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 type checking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Attribute lookup chain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Late binding concept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Default Arguments Overloading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Multiple input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Single function, multiple forms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Mimicking compile-time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Practical utility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752600"/>
            <a:ext cx="4556881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Method Overriding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Parent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child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method, new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Runtime decision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in frameworks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371600"/>
            <a:ext cx="3886200" cy="4954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Built-in 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len</a:t>
            </a:r>
            <a:r>
              <a:rPr lang="en-US" dirty="0" smtClean="0">
                <a:solidFill>
                  <a:schemeClr val="bg1"/>
                </a:solidFill>
              </a:rPr>
              <a:t> and max adaptability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Type-based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dispatch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Standard library design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828800"/>
            <a:ext cx="446177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Duck Typing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Behavior-based typing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method requirement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Interface-free design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Plugin</a:t>
            </a:r>
            <a:r>
              <a:rPr lang="en-US" dirty="0" smtClean="0">
                <a:solidFill>
                  <a:schemeClr val="bg1"/>
                </a:solidFill>
              </a:rPr>
              <a:t> systems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76400"/>
            <a:ext cx="2971800" cy="464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Operator Overloading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operator, different meaning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Arithmetic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concatenation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Collection merging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Expressive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038600"/>
            <a:ext cx="6172200" cy="230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Payment gateways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Notification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Microservices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Benefits of </a:t>
            </a:r>
            <a:r>
              <a:rPr lang="en-US" b="1" dirty="0" smtClean="0">
                <a:solidFill>
                  <a:schemeClr val="bg1"/>
                </a:solidFill>
              </a:rPr>
              <a:t>Polymorphism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reusability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Extensibility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Mistakes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Wrong method signatures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Forgetting override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Type assumptions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challenges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interface, different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Compile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runtime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Built-in and custom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Operator flexibility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Learning Path </a:t>
            </a:r>
            <a:r>
              <a:rPr lang="en-US" b="1" dirty="0" smtClean="0">
                <a:solidFill>
                  <a:schemeClr val="bg1"/>
                </a:solidFill>
              </a:rPr>
              <a:t>Forward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Inheritance + polymorphism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Design patterns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 projects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Interview readiness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408</Words>
  <Application>Microsoft Office PowerPoint</Application>
  <PresentationFormat>On-screen Show (4:3)</PresentationFormat>
  <Paragraphs>169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Polymorphism in Python</vt:lpstr>
      <vt:lpstr>Introduction to Polymorphism</vt:lpstr>
      <vt:lpstr>Real-World Analogy</vt:lpstr>
      <vt:lpstr>What Changes in Polymorphism</vt:lpstr>
      <vt:lpstr>Types of Polymorphism</vt:lpstr>
      <vt:lpstr>Compile-time Polymorphism in Python</vt:lpstr>
      <vt:lpstr>Runtime Polymorphism</vt:lpstr>
      <vt:lpstr>Polymorphism with Built-in Functions</vt:lpstr>
      <vt:lpstr>Polymorphism with User Functions</vt:lpstr>
      <vt:lpstr>Operator Polymorphism</vt:lpstr>
      <vt:lpstr>Internal Working (Dynamic Dispatch)</vt:lpstr>
      <vt:lpstr>Program Concept: Default Arguments Overloading</vt:lpstr>
      <vt:lpstr>Program Concept: Method Overriding</vt:lpstr>
      <vt:lpstr>Program Concept: Built-in Polymorphism</vt:lpstr>
      <vt:lpstr>Program Concept: Duck Typing</vt:lpstr>
      <vt:lpstr>Program Concept: Operator Overloading</vt:lpstr>
      <vt:lpstr>Real-World Industry Use</vt:lpstr>
      <vt:lpstr>Benefits of Polymorphism</vt:lpstr>
      <vt:lpstr>Common Mistakes</vt:lpstr>
      <vt:lpstr>Summary</vt:lpstr>
      <vt:lpstr>Learning Path Forward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</cp:revision>
  <dcterms:created xsi:type="dcterms:W3CDTF">2006-08-16T00:00:00Z</dcterms:created>
  <dcterms:modified xsi:type="dcterms:W3CDTF">2026-02-09T16:41:44Z</dcterms:modified>
</cp:coreProperties>
</file>