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5" r:id="rId11"/>
    <p:sldId id="27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57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User-defined Exceptions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44</a:t>
            </a: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What are User-defined Exceptions?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custom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Difference from built-in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developers create their own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Application-specific error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Why Built-in Exceptions Are Sometimes Not Enough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Generic error messages limitation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Business logic validation needs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Domain-specific failures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Readability and debugging challenges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Motivation for Custom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Age validation in forms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Banking and transaction rules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Authentication and authorization checks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validation pipelines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Relationship with Built-in Exception Hierarchy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Inheriting from Exception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Inheriting from specific built-in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Where custom exceptions fit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inheritance matters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Steps to Create User-defined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Defining a new exception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Raising the exception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Catching the exception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error flow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Designing a Meaningful Exception Class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Naming conventions for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Storing contextual information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Custom error messages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Improving clarity for developers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Using the raise Keyword with Custom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to raise exceptions manually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Guarding invalid program states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Fail-fast principle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Preventing silent bugs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Basic </a:t>
            </a:r>
            <a:r>
              <a:rPr lang="en-US" b="1" dirty="0" smtClean="0">
                <a:solidFill>
                  <a:schemeClr val="bg1"/>
                </a:solidFill>
              </a:rPr>
              <a:t>User-defined Exception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Custom exception for validation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Passing data into exception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Triggering on invalid condition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Safe handling using try-except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init in Exception Classes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</a:t>
            </a:r>
            <a:r>
              <a:rPr lang="en-US" b="1" dirty="0" smtClean="0">
                <a:solidFill>
                  <a:schemeClr val="bg1"/>
                </a:solidFill>
              </a:rPr>
              <a:t>init</a:t>
            </a:r>
            <a:r>
              <a:rPr lang="en-US" dirty="0" smtClean="0">
                <a:solidFill>
                  <a:schemeClr val="bg1"/>
                </a:solidFill>
              </a:rPr>
              <a:t> is overridden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Storing extra attributes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Calling parent constructor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Exception object lifecycle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Understanding </a:t>
            </a:r>
            <a:r>
              <a:rPr lang="en-US" b="1" dirty="0" err="1" smtClean="0">
                <a:solidFill>
                  <a:schemeClr val="bg1"/>
                </a:solidFill>
              </a:rPr>
              <a:t>str</a:t>
            </a:r>
            <a:r>
              <a:rPr lang="en-US" b="1" dirty="0" smtClean="0">
                <a:solidFill>
                  <a:schemeClr val="bg1"/>
                </a:solidFill>
              </a:rPr>
              <a:t> in Custom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of readable error messages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</a:t>
            </a:r>
            <a:r>
              <a:rPr lang="en-US" b="1" dirty="0" err="1" smtClean="0">
                <a:solidFill>
                  <a:schemeClr val="bg1"/>
                </a:solidFill>
              </a:rPr>
              <a:t>str</a:t>
            </a:r>
            <a:r>
              <a:rPr lang="en-US" dirty="0" smtClean="0">
                <a:solidFill>
                  <a:schemeClr val="bg1"/>
                </a:solidFill>
              </a:rPr>
              <a:t> improves debugging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User-friendly output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Logging advantages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Enhanced Custom Exception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86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Adding error codes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Attaching metadata to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Structured error information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Professional application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3886200"/>
            <a:ext cx="719137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Using Standard Exceptions as Base Classes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Inheriting from </a:t>
            </a:r>
            <a:r>
              <a:rPr lang="en-US" dirty="0" err="1" smtClean="0">
                <a:solidFill>
                  <a:schemeClr val="bg1"/>
                </a:solidFill>
              </a:rPr>
              <a:t>ValueError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Inheriting from </a:t>
            </a:r>
            <a:r>
              <a:rPr lang="en-US" dirty="0" err="1" smtClean="0">
                <a:solidFill>
                  <a:schemeClr val="bg1"/>
                </a:solidFill>
              </a:rPr>
              <a:t>RuntimeError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Semantic correctness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Integration with existing handlers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343400"/>
            <a:ext cx="78105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Custom Exception from </a:t>
            </a:r>
            <a:r>
              <a:rPr lang="en-US" b="1" dirty="0" err="1" smtClean="0">
                <a:solidFill>
                  <a:schemeClr val="bg1"/>
                </a:solidFill>
              </a:rPr>
              <a:t>RuntimeError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choose </a:t>
            </a:r>
            <a:r>
              <a:rPr lang="en-US" dirty="0" err="1" smtClean="0">
                <a:solidFill>
                  <a:schemeClr val="bg1"/>
                </a:solidFill>
              </a:rPr>
              <a:t>RuntimeError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Treating errors as system-level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Compatibility with frameworks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escalation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3962400"/>
            <a:ext cx="8184543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Example: Input Validation Errors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Email format validation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Username rules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Password constraints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Clear feedback to users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Real-world Validation Exception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Raising exception on invalid input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 separation of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Centralized error handling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Maintainable codebase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399" y="4267200"/>
            <a:ext cx="4549697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1752600"/>
            <a:ext cx="4553324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When NOT to Use User-defined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Overusing custom errors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Simple cases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custom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Performance considerations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Keeping code simple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Advantages of User-defined Exceptions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Readable and expressive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Easier debugging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Better error categorization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Scalable architecture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When to create custom exceptions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 they improve code quality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Best practices to follow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Industry-ready error handling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438</Words>
  <Application>Microsoft Office PowerPoint</Application>
  <PresentationFormat>On-screen Show (4:3)</PresentationFormat>
  <Paragraphs>153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User-defined Exceptions in Python</vt:lpstr>
      <vt:lpstr>What are User-defined Exceptions?</vt:lpstr>
      <vt:lpstr>Why Built-in Exceptions Are Sometimes Not Enough</vt:lpstr>
      <vt:lpstr>Real-World Motivation for Custom Exceptions</vt:lpstr>
      <vt:lpstr>Relationship with Built-in Exception Hierarchy</vt:lpstr>
      <vt:lpstr>Steps to Create User-defined Exceptions</vt:lpstr>
      <vt:lpstr>Designing a Meaningful Exception Class</vt:lpstr>
      <vt:lpstr>Using the raise Keyword with Custom Exceptions</vt:lpstr>
      <vt:lpstr>Basic User-defined Exception</vt:lpstr>
      <vt:lpstr>Understanding init in Exception Classes</vt:lpstr>
      <vt:lpstr>Understanding str in Custom Exceptions</vt:lpstr>
      <vt:lpstr>Program Concept: Enhanced Custom Exception</vt:lpstr>
      <vt:lpstr>Using Standard Exceptions as Base Classes</vt:lpstr>
      <vt:lpstr>Program Concept: Custom Exception from RuntimeError</vt:lpstr>
      <vt:lpstr>Real-world Example: Input Validation Errors</vt:lpstr>
      <vt:lpstr>Program Concept: Real-world Validation Exception</vt:lpstr>
      <vt:lpstr>When NOT to Use User-defined Exceptions</vt:lpstr>
      <vt:lpstr>Advantages of User-defined Exceptions</vt:lpstr>
      <vt:lpstr>Summary &amp; Key Takeaways</vt:lpstr>
      <vt:lpstr>Slide 20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26</cp:revision>
  <dcterms:created xsi:type="dcterms:W3CDTF">2006-08-16T00:00:00Z</dcterms:created>
  <dcterms:modified xsi:type="dcterms:W3CDTF">2026-02-17T12:29:48Z</dcterms:modified>
</cp:coreProperties>
</file>