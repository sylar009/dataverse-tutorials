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57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-1181" y="-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020B6F-6D38-4BA7-82C7-B3DBC0EBB546}" type="datetimeFigureOut">
              <a:rPr lang="en-US" smtClean="0"/>
              <a:pPr/>
              <a:t>1/8/2026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45FF92-2650-4675-9E40-36907B04A1E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5ED64-9649-4B99-A718-3B5AE61BAEB1}" type="datetime1">
              <a:rPr lang="en-US" smtClean="0"/>
              <a:pPr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18CB9-AE3E-43B5-8041-AF81C8CEC6F4}" type="datetime1">
              <a:rPr lang="en-US" smtClean="0"/>
              <a:pPr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0A1B1-AFCF-4800-B7C6-5A57939CA90A}" type="datetime1">
              <a:rPr lang="en-US" smtClean="0"/>
              <a:pPr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A5EF0-70E2-484B-97E0-3F3D8A0BBD37}" type="datetime1">
              <a:rPr lang="en-US" smtClean="0"/>
              <a:pPr/>
              <a:t>1/8/2026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24340-B4B3-47CA-9A28-2D1927D2AABB}" type="datetime1">
              <a:rPr lang="en-US" smtClean="0"/>
              <a:pPr/>
              <a:t>1/8/2026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875B3-43BC-4240-ADB0-02E0491858B5}" type="datetime1">
              <a:rPr lang="en-US" smtClean="0"/>
              <a:pPr/>
              <a:t>1/8/2026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54E20-0949-4CBF-B2C7-4754E9E54BA2}" type="datetime1">
              <a:rPr lang="en-US" smtClean="0"/>
              <a:pPr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6D0B6-0584-49A0-A789-84AAE9A24FD7}" type="datetime1">
              <a:rPr lang="en-US" smtClean="0"/>
              <a:pPr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634C0-DA23-4200-879A-91782AC43316}" type="datetime1">
              <a:rPr lang="en-US" smtClean="0"/>
              <a:pPr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1C02D-0541-4466-8689-2E12F84CD7E7}" type="datetime1">
              <a:rPr lang="en-US" smtClean="0"/>
              <a:pPr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77C7EB-DC76-4D8E-A8D0-686ABE088EDD}" type="datetime1">
              <a:rPr lang="en-US" smtClean="0"/>
              <a:pPr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Python Data Types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en-IN" dirty="0" smtClean="0">
                <a:solidFill>
                  <a:schemeClr val="bg1"/>
                </a:solidFill>
              </a:rPr>
              <a:t>DVT101 – Lecture </a:t>
            </a:r>
            <a:r>
              <a:rPr lang="en-IN" dirty="0" smtClean="0">
                <a:solidFill>
                  <a:schemeClr val="bg1"/>
                </a:solidFill>
              </a:rPr>
              <a:t>7</a:t>
            </a:r>
            <a:endParaRPr lang="en-IN" dirty="0" smtClean="0">
              <a:solidFill>
                <a:schemeClr val="bg1"/>
              </a:solidFill>
            </a:endParaRPr>
          </a:p>
          <a:p>
            <a:pPr algn="r"/>
            <a:r>
              <a:rPr lang="en-IN" dirty="0" smtClean="0">
                <a:solidFill>
                  <a:schemeClr val="bg1"/>
                </a:solidFill>
              </a:rPr>
              <a:t>- By </a:t>
            </a:r>
            <a:r>
              <a:rPr lang="en-IN" dirty="0" err="1" smtClean="0">
                <a:solidFill>
                  <a:schemeClr val="bg1"/>
                </a:solidFill>
              </a:rPr>
              <a:t>Dataverse</a:t>
            </a:r>
            <a:r>
              <a:rPr lang="en-IN" dirty="0" smtClean="0">
                <a:solidFill>
                  <a:schemeClr val="bg1"/>
                </a:solidFill>
              </a:rPr>
              <a:t> Tutorials</a:t>
            </a:r>
            <a:endParaRPr lang="en-US" dirty="0" smtClean="0">
              <a:solidFill>
                <a:schemeClr val="bg1"/>
              </a:solidFill>
            </a:endParaRP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49027-C481-4ADD-819F-E0066DB13A61}" type="datetime1">
              <a:rPr lang="en-US" smtClean="0"/>
              <a:pPr/>
              <a:t>1/8/2026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Introduction 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What are Data Types?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Why data types matter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Python as object-oriented language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Why Data Types Are Important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Memory management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Allowed operations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Error prevention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Performance optimization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Built-in Data Types Overview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Numeric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Sequence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Mapping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Boolean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Set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Binary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Dynamic Typing in Python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No type declaration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Variable re-assignment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Runtime type change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Numeric Data Types – Overview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>
                <a:solidFill>
                  <a:schemeClr val="bg1"/>
                </a:solidFill>
              </a:rPr>
              <a:t>int</a:t>
            </a:r>
            <a:endParaRPr lang="en-US" dirty="0" smtClean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float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complex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657600" y="1600200"/>
            <a:ext cx="4479953" cy="3276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Sequence Data Types – Introduction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Ordered collection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Index-based access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Multiple values storage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String Data Type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Text data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Unicode characters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Indexing supported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3429000"/>
            <a:ext cx="6035119" cy="266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List Data Type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Mutable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Ordered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Mixed data allowed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0" y="3657600"/>
            <a:ext cx="7234031" cy="251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>
                <a:solidFill>
                  <a:schemeClr val="bg1"/>
                </a:solidFill>
              </a:rPr>
              <a:t>Tuple</a:t>
            </a:r>
            <a:r>
              <a:rPr lang="en-US" b="1" dirty="0" smtClean="0">
                <a:solidFill>
                  <a:schemeClr val="bg1"/>
                </a:solidFill>
              </a:rPr>
              <a:t> Data Type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Immutable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Ordered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Faster than list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0600" y="3505200"/>
            <a:ext cx="5410200" cy="27146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Boolean Data Type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True / False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Condition evaluation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Logical flow control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3733800"/>
            <a:ext cx="5323562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Set Data Type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Unordered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Unique elements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No indexing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3505200"/>
            <a:ext cx="6924194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Dictionary Data Type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Key-value pairs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Fast lookup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Mutable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05200" y="1828800"/>
            <a:ext cx="4789627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Real-World &amp; Industry Usage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Data Science pipelines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ML feature storage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API handling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Configuration management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Summary &amp; Key Takeaways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Everything is an object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Choose correct data type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Foundation for Python mastery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  <p:pic>
        <p:nvPicPr>
          <p:cNvPr id="1027" name="Picture 3" descr="D:\DataVerse Tutorials\YouTube Icon Images and Videos\vecteezy_subscribe-button-collection-png-design-subscribe-button_13473771.pn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9200" y="-304800"/>
            <a:ext cx="6987382" cy="698738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226</Words>
  <Application>Microsoft Office PowerPoint</Application>
  <PresentationFormat>On-screen Show (4:3)</PresentationFormat>
  <Paragraphs>112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Python Data Types</vt:lpstr>
      <vt:lpstr>Introduction </vt:lpstr>
      <vt:lpstr>Why Data Types Are Important</vt:lpstr>
      <vt:lpstr>Built-in Data Types Overview</vt:lpstr>
      <vt:lpstr>Dynamic Typing in Python</vt:lpstr>
      <vt:lpstr>Numeric Data Types – Overview</vt:lpstr>
      <vt:lpstr>Sequence Data Types – Introduction</vt:lpstr>
      <vt:lpstr>String Data Type</vt:lpstr>
      <vt:lpstr>List Data Type</vt:lpstr>
      <vt:lpstr>Tuple Data Type</vt:lpstr>
      <vt:lpstr>Boolean Data Type</vt:lpstr>
      <vt:lpstr>Set Data Type</vt:lpstr>
      <vt:lpstr>Dictionary Data Type</vt:lpstr>
      <vt:lpstr>Real-World &amp; Industry Usage</vt:lpstr>
      <vt:lpstr>Summary &amp; Key Takeaways</vt:lpstr>
      <vt:lpstr>Slide 16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Sanyam Lawania</dc:creator>
  <cp:lastModifiedBy>Sanyam Lawania</cp:lastModifiedBy>
  <cp:revision>9</cp:revision>
  <dcterms:created xsi:type="dcterms:W3CDTF">2006-08-16T00:00:00Z</dcterms:created>
  <dcterms:modified xsi:type="dcterms:W3CDTF">2026-01-08T07:23:00Z</dcterms:modified>
</cp:coreProperties>
</file>