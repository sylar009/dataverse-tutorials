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filter()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20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filter()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filtering data is important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Real-life analogy of filtering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Where filter() is used in programming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filter() 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filter() is a higher-order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Works on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Keeps elements where condition is True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a filter object (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Syntax &amp; Internal 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Syntax: filter(function,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 returns True / False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Lazy evaluation (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Convert to list,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, set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Basic Example (Words starting with “a”)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Custom condition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filter() applies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Extract matching strings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429000"/>
            <a:ext cx="7826991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filter() with Named Function (Even Numbers)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 filter with user-defined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Logical condition inside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Extract even numbers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429000"/>
            <a:ext cx="3505200" cy="2910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filter() with Lambda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need for separate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Inline condition using lambda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and compact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399" y="3505200"/>
            <a:ext cx="737558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filter() + map() (Pipeline Example)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First filter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Then transform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Functional programming pipeline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7843838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Filtering Strings by Length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filter strings based on length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lambda with </a:t>
            </a:r>
            <a:r>
              <a:rPr lang="en-US" dirty="0" err="1" smtClean="0">
                <a:solidFill>
                  <a:schemeClr val="bg1"/>
                </a:solidFill>
              </a:rPr>
              <a:t>len</a:t>
            </a:r>
            <a:r>
              <a:rPr lang="en-US" dirty="0" smtClean="0">
                <a:solidFill>
                  <a:schemeClr val="bg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Text processing example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505200"/>
            <a:ext cx="79821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filter(None, </a:t>
            </a:r>
            <a:r>
              <a:rPr lang="en-US" b="1" dirty="0" err="1" smtClean="0">
                <a:solidFill>
                  <a:schemeClr val="bg1"/>
                </a:solidFill>
              </a:rPr>
              <a:t>iterable</a:t>
            </a:r>
            <a:r>
              <a:rPr lang="en-US" b="1" dirty="0" smtClean="0">
                <a:solidFill>
                  <a:schemeClr val="bg1"/>
                </a:solidFill>
              </a:rPr>
              <a:t>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Remove </a:t>
            </a:r>
            <a:r>
              <a:rPr lang="en-US" dirty="0" err="1" smtClean="0">
                <a:solidFill>
                  <a:schemeClr val="bg1"/>
                </a:solidFill>
              </a:rPr>
              <a:t>falsy</a:t>
            </a:r>
            <a:r>
              <a:rPr lang="en-US" dirty="0" smtClean="0">
                <a:solidFill>
                  <a:schemeClr val="bg1"/>
                </a:solidFill>
              </a:rPr>
              <a:t> values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Truthy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falsy</a:t>
            </a:r>
            <a:r>
              <a:rPr lang="en-US" dirty="0" smtClean="0">
                <a:solidFill>
                  <a:schemeClr val="bg1"/>
                </a:solidFill>
              </a:rPr>
              <a:t>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custom function required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657600"/>
            <a:ext cx="7853947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cleaning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preprocessing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 filtering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 response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filter() selects elements conditionally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Best with lambda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with map for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282</Words>
  <Application>Microsoft Office PowerPoint</Application>
  <PresentationFormat>On-screen Show (4:3)</PresentationFormat>
  <Paragraphs>91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filter() in Python</vt:lpstr>
      <vt:lpstr>Introduction </vt:lpstr>
      <vt:lpstr>What is filter() ?</vt:lpstr>
      <vt:lpstr>Syntax &amp; Internal Working</vt:lpstr>
      <vt:lpstr>Basic Example (Words starting with “a”)</vt:lpstr>
      <vt:lpstr>filter() with Named Function (Even Numbers)</vt:lpstr>
      <vt:lpstr>filter() with Lambda Function</vt:lpstr>
      <vt:lpstr>filter() + map() (Pipeline Example)</vt:lpstr>
      <vt:lpstr>Filtering Strings by Length</vt:lpstr>
      <vt:lpstr>filter(None, iterable)</vt:lpstr>
      <vt:lpstr>Real-World &amp; Industry Use Cases</vt:lpstr>
      <vt:lpstr>Summary &amp; Key Takeaways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7</cp:revision>
  <dcterms:created xsi:type="dcterms:W3CDTF">2006-08-16T00:00:00Z</dcterms:created>
  <dcterms:modified xsi:type="dcterms:W3CDTF">2026-01-21T11:31:38Z</dcterms:modified>
</cp:coreProperties>
</file>