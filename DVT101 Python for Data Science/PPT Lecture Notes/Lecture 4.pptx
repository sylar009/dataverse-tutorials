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57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-1061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020B6F-6D38-4BA7-82C7-B3DBC0EBB546}" type="datetimeFigureOut">
              <a:rPr lang="en-US" smtClean="0"/>
              <a:pPr/>
              <a:t>1/5/2026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45FF92-2650-4675-9E40-36907B04A1E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5ED64-9649-4B99-A718-3B5AE61BAEB1}" type="datetime1">
              <a:rPr lang="en-US" smtClean="0"/>
              <a:pPr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18CB9-AE3E-43B5-8041-AF81C8CEC6F4}" type="datetime1">
              <a:rPr lang="en-US" smtClean="0"/>
              <a:pPr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0A1B1-AFCF-4800-B7C6-5A57939CA90A}" type="datetime1">
              <a:rPr lang="en-US" smtClean="0"/>
              <a:pPr/>
              <a:t>1/5/2026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A5EF0-70E2-484B-97E0-3F3D8A0BBD37}" type="datetime1">
              <a:rPr lang="en-US" smtClean="0"/>
              <a:pPr/>
              <a:t>1/5/2026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24340-B4B3-47CA-9A28-2D1927D2AABB}" type="datetime1">
              <a:rPr lang="en-US" smtClean="0"/>
              <a:pPr/>
              <a:t>1/5/2026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875B3-43BC-4240-ADB0-02E0491858B5}" type="datetime1">
              <a:rPr lang="en-US" smtClean="0"/>
              <a:pPr/>
              <a:t>1/5/2026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54E20-0949-4CBF-B2C7-4754E9E54BA2}" type="datetime1">
              <a:rPr lang="en-US" smtClean="0"/>
              <a:pPr/>
              <a:t>1/5/2026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6D0B6-0584-49A0-A789-84AAE9A24FD7}" type="datetime1">
              <a:rPr lang="en-US" smtClean="0"/>
              <a:pPr/>
              <a:t>1/5/2026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634C0-DA23-4200-879A-91782AC43316}" type="datetime1">
              <a:rPr lang="en-US" smtClean="0"/>
              <a:pPr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1C02D-0541-4466-8689-2E12F84CD7E7}" type="datetime1">
              <a:rPr lang="en-US" smtClean="0"/>
              <a:pPr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 l="-25000" r="-2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77C7EB-DC76-4D8E-A8D0-686ABE088EDD}" type="datetime1">
              <a:rPr lang="en-US" smtClean="0"/>
              <a:pPr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Python Variables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en-IN" dirty="0" smtClean="0">
                <a:solidFill>
                  <a:schemeClr val="bg1"/>
                </a:solidFill>
              </a:rPr>
              <a:t>DVT101 – Lecture </a:t>
            </a:r>
            <a:r>
              <a:rPr lang="en-IN" dirty="0" smtClean="0">
                <a:solidFill>
                  <a:schemeClr val="bg1"/>
                </a:solidFill>
              </a:rPr>
              <a:t>4</a:t>
            </a:r>
            <a:endParaRPr lang="en-IN" dirty="0" smtClean="0">
              <a:solidFill>
                <a:schemeClr val="bg1"/>
              </a:solidFill>
            </a:endParaRPr>
          </a:p>
          <a:p>
            <a:pPr algn="r"/>
            <a:r>
              <a:rPr lang="en-IN" dirty="0" smtClean="0">
                <a:solidFill>
                  <a:schemeClr val="bg1"/>
                </a:solidFill>
              </a:rPr>
              <a:t>- By </a:t>
            </a:r>
            <a:r>
              <a:rPr lang="en-IN" dirty="0" err="1" smtClean="0">
                <a:solidFill>
                  <a:schemeClr val="bg1"/>
                </a:solidFill>
              </a:rPr>
              <a:t>Dataverse</a:t>
            </a:r>
            <a:r>
              <a:rPr lang="en-IN" dirty="0" smtClean="0">
                <a:solidFill>
                  <a:schemeClr val="bg1"/>
                </a:solidFill>
              </a:rPr>
              <a:t> Tutorials</a:t>
            </a:r>
            <a:endParaRPr lang="en-US" dirty="0" smtClean="0">
              <a:solidFill>
                <a:schemeClr val="bg1"/>
              </a:solidFill>
            </a:endParaRP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49027-C481-4ADD-819F-E0066DB13A61}" type="datetime1">
              <a:rPr lang="en-US" smtClean="0"/>
              <a:pPr/>
              <a:t>1/5/2026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Introduction to Python Variables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Variables store data in memory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Used to reference values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Values can be changed during execution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Fundamental concept in Python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Variable Assignment in Python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Variable is created when value is assigned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No type declaration required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Python infers type automatically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8200" y="3581400"/>
            <a:ext cx="3657600" cy="2271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Dynamic Typing in Python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No fixed data type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Same variable can change type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Happens at runtime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8200" y="3657600"/>
            <a:ext cx="4493443" cy="167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Rules for Naming Variables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Letters, digits, underscore allowed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Cannot start with digit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Case-sensitive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Keywords not allowed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Valid &amp; Invalid Variable Names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Valid</a:t>
            </a:r>
            <a:endParaRPr lang="en-US" dirty="0" smtClean="0">
              <a:solidFill>
                <a:schemeClr val="bg1"/>
              </a:solidFill>
            </a:endParaRPr>
          </a:p>
          <a:p>
            <a:pPr lvl="1"/>
            <a:r>
              <a:rPr lang="en-US" dirty="0" smtClean="0">
                <a:solidFill>
                  <a:schemeClr val="bg1"/>
                </a:solidFill>
              </a:rPr>
              <a:t>age = 21</a:t>
            </a:r>
          </a:p>
          <a:p>
            <a:pPr lvl="1"/>
            <a:r>
              <a:rPr lang="en-US" dirty="0" smtClean="0">
                <a:solidFill>
                  <a:schemeClr val="bg1"/>
                </a:solidFill>
              </a:rPr>
              <a:t>_color = "lilac"</a:t>
            </a:r>
          </a:p>
          <a:p>
            <a:pPr lvl="1"/>
            <a:r>
              <a:rPr lang="en-US" dirty="0" err="1" smtClean="0">
                <a:solidFill>
                  <a:schemeClr val="bg1"/>
                </a:solidFill>
              </a:rPr>
              <a:t>total_score</a:t>
            </a:r>
            <a:r>
              <a:rPr lang="en-US" dirty="0" smtClean="0">
                <a:solidFill>
                  <a:schemeClr val="bg1"/>
                </a:solidFill>
              </a:rPr>
              <a:t> = 90</a:t>
            </a:r>
          </a:p>
          <a:p>
            <a:r>
              <a:rPr lang="en-US" b="1" dirty="0" smtClean="0">
                <a:solidFill>
                  <a:schemeClr val="bg1"/>
                </a:solidFill>
              </a:rPr>
              <a:t>Invalid</a:t>
            </a:r>
            <a:endParaRPr lang="en-US" dirty="0" smtClean="0">
              <a:solidFill>
                <a:schemeClr val="bg1"/>
              </a:solidFill>
            </a:endParaRPr>
          </a:p>
          <a:p>
            <a:pPr lvl="1"/>
            <a:r>
              <a:rPr lang="en-US" dirty="0" smtClean="0">
                <a:solidFill>
                  <a:schemeClr val="bg1"/>
                </a:solidFill>
              </a:rPr>
              <a:t>1name</a:t>
            </a:r>
          </a:p>
          <a:p>
            <a:pPr lvl="1"/>
            <a:r>
              <a:rPr lang="en-US" dirty="0" smtClean="0">
                <a:solidFill>
                  <a:schemeClr val="bg1"/>
                </a:solidFill>
              </a:rPr>
              <a:t>class</a:t>
            </a:r>
          </a:p>
          <a:p>
            <a:pPr lvl="1"/>
            <a:r>
              <a:rPr lang="en-US" dirty="0" smtClean="0">
                <a:solidFill>
                  <a:schemeClr val="bg1"/>
                </a:solidFill>
              </a:rPr>
              <a:t>user-name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Multiple Assignments in Python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Assign same value to multiple variables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Assign different values in one line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Clean and concise code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4400" y="3657599"/>
            <a:ext cx="2819400" cy="12126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Type Casting in Python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Convert one type to another</a:t>
            </a:r>
          </a:p>
          <a:p>
            <a:r>
              <a:rPr lang="en-US" dirty="0" err="1" smtClean="0">
                <a:solidFill>
                  <a:schemeClr val="bg1"/>
                </a:solidFill>
              </a:rPr>
              <a:t>int</a:t>
            </a:r>
            <a:r>
              <a:rPr lang="en-US" dirty="0" smtClean="0">
                <a:solidFill>
                  <a:schemeClr val="bg1"/>
                </a:solidFill>
              </a:rPr>
              <a:t>(), float(), </a:t>
            </a:r>
            <a:r>
              <a:rPr lang="en-US" dirty="0" err="1" smtClean="0">
                <a:solidFill>
                  <a:schemeClr val="bg1"/>
                </a:solidFill>
              </a:rPr>
              <a:t>str</a:t>
            </a:r>
            <a:r>
              <a:rPr lang="en-US" dirty="0" smtClean="0">
                <a:solidFill>
                  <a:schemeClr val="bg1"/>
                </a:solidFill>
              </a:rPr>
              <a:t>()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Needed for calculations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91200" y="1600200"/>
            <a:ext cx="2819400" cy="4580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Getting Data Type using type()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type() function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Identifies object type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Useful for debugging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181600" y="1524000"/>
            <a:ext cx="2514600" cy="4716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Object Reference in </a:t>
            </a:r>
            <a:r>
              <a:rPr lang="en-US" b="1" dirty="0" smtClean="0">
                <a:solidFill>
                  <a:schemeClr val="bg1"/>
                </a:solidFill>
              </a:rPr>
              <a:t>Python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Variables store references, not values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Multiple variables can point to same object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Reassignment creates new object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Delete a Variable using del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del removes variable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Frees memory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Accessing deleted variable causes error</a:t>
            </a:r>
          </a:p>
          <a:p>
            <a:pPr>
              <a:buNone/>
            </a:pP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66800" y="3657600"/>
            <a:ext cx="1981200" cy="1325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Practical Example – Swapping Variables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No temporary variable needed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Clean </a:t>
            </a:r>
            <a:r>
              <a:rPr lang="en-US" dirty="0" err="1" smtClean="0">
                <a:solidFill>
                  <a:schemeClr val="bg1"/>
                </a:solidFill>
              </a:rPr>
              <a:t>Pythonic</a:t>
            </a:r>
            <a:r>
              <a:rPr lang="en-US" dirty="0" smtClean="0">
                <a:solidFill>
                  <a:schemeClr val="bg1"/>
                </a:solidFill>
              </a:rPr>
              <a:t> approach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4400" y="3276600"/>
            <a:ext cx="2133600" cy="16306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Practical Example – String Length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>
                <a:solidFill>
                  <a:schemeClr val="bg1"/>
                </a:solidFill>
              </a:rPr>
              <a:t>len</a:t>
            </a:r>
            <a:r>
              <a:rPr lang="en-US" dirty="0" smtClean="0">
                <a:solidFill>
                  <a:schemeClr val="bg1"/>
                </a:solidFill>
              </a:rPr>
              <a:t>() function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Assign result to variable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Real-world usage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2000" y="3657600"/>
            <a:ext cx="5204012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Summary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Variables store data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Dynamic typing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Naming rules matter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Object references are key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Used everywhere in Python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  <p:pic>
        <p:nvPicPr>
          <p:cNvPr id="1027" name="Picture 3" descr="D:\DataVerse Tutorials\YouTube Icon Images and Videos\vecteezy_subscribe-button-collection-png-design-subscribe-button_13473771.pn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19200" y="-304800"/>
            <a:ext cx="6987382" cy="6987382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300</Words>
  <Application>Microsoft Office PowerPoint</Application>
  <PresentationFormat>On-screen Show (4:3)</PresentationFormat>
  <Paragraphs>108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Python Variables</vt:lpstr>
      <vt:lpstr>Introduction to Python Variables</vt:lpstr>
      <vt:lpstr>Variable Assignment in Python</vt:lpstr>
      <vt:lpstr>Dynamic Typing in Python</vt:lpstr>
      <vt:lpstr>Rules for Naming Variables</vt:lpstr>
      <vt:lpstr>Valid &amp; Invalid Variable Names</vt:lpstr>
      <vt:lpstr>Multiple Assignments in Python</vt:lpstr>
      <vt:lpstr>Type Casting in Python</vt:lpstr>
      <vt:lpstr>Getting Data Type using type()</vt:lpstr>
      <vt:lpstr>Object Reference in Python</vt:lpstr>
      <vt:lpstr>Delete a Variable using del</vt:lpstr>
      <vt:lpstr>Practical Example – Swapping Variables</vt:lpstr>
      <vt:lpstr>Practical Example – String Length</vt:lpstr>
      <vt:lpstr>Summary</vt:lpstr>
      <vt:lpstr>Slide 15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Sanyam Lawania</dc:creator>
  <cp:lastModifiedBy>Sanyam Lawania</cp:lastModifiedBy>
  <cp:revision>6</cp:revision>
  <dcterms:created xsi:type="dcterms:W3CDTF">2006-08-16T00:00:00Z</dcterms:created>
  <dcterms:modified xsi:type="dcterms:W3CDTF">2026-01-05T06:22:07Z</dcterms:modified>
</cp:coreProperties>
</file>