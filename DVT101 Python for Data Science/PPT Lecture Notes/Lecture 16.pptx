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First Class Functions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16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Are First Class Functions?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are treated as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Same behavior as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concept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of functional programming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First Class Functions Matter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Code reusability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and modular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Enables decorators &amp; callbacks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Widely used in Data Science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Characteristics of First Class Functions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Assign to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Pass as arguments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Return from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Store in data structures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Assigning Function to Variable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reference is assigned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No execution during assignment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Variable behaves like function name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352800"/>
            <a:ext cx="5410200" cy="3014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Passing Function as Argument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can accept other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Enables higher-order functions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Common in callbacks &amp;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429000"/>
            <a:ext cx="5257800" cy="2963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Returning Function from Function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creates another function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Closure concept involved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decorators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3352800"/>
            <a:ext cx="6275294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Storing Functions in Data </a:t>
            </a:r>
            <a:r>
              <a:rPr lang="en-US" b="1" dirty="0" smtClean="0">
                <a:solidFill>
                  <a:schemeClr val="bg1"/>
                </a:solidFill>
              </a:rPr>
              <a:t>Structures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stored like values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Dynamic execution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Used in rule engines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524000"/>
            <a:ext cx="4233782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&amp; Industry Use Cases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Machine learning pipelines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transformations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Callbacks &amp; event handlers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Decorators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Functions are objects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Can be passed, returned, stored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Core Python strength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Foundation for advanced concepts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217</Words>
  <Application>Microsoft Office PowerPoint</Application>
  <PresentationFormat>On-screen Show (4:3)</PresentationFormat>
  <Paragraphs>77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First Class Functions in Python</vt:lpstr>
      <vt:lpstr>What Are First Class Functions?</vt:lpstr>
      <vt:lpstr>Why First Class Functions Matter</vt:lpstr>
      <vt:lpstr>Characteristics of First Class Functions</vt:lpstr>
      <vt:lpstr>Assigning Function to Variable</vt:lpstr>
      <vt:lpstr>Passing Function as Argument</vt:lpstr>
      <vt:lpstr>Returning Function from Function</vt:lpstr>
      <vt:lpstr>Storing Functions in Data Structures</vt:lpstr>
      <vt:lpstr>Real-World &amp; Industry Use Cases</vt:lpstr>
      <vt:lpstr>Summary &amp; Key Takeaways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6</cp:revision>
  <dcterms:created xsi:type="dcterms:W3CDTF">2006-08-16T00:00:00Z</dcterms:created>
  <dcterms:modified xsi:type="dcterms:W3CDTF">2026-01-13T09:50:05Z</dcterms:modified>
</cp:coreProperties>
</file>