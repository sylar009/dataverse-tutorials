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map()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18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map()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element-wise transformation is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Problems with traditional loops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map() makes code concise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map</a:t>
            </a:r>
            <a:r>
              <a:rPr lang="en-US" b="1" dirty="0" smtClean="0">
                <a:solidFill>
                  <a:schemeClr val="bg1"/>
                </a:solidFill>
              </a:rPr>
              <a:t>() 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map() applies a function to every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Works on </a:t>
            </a:r>
            <a:r>
              <a:rPr lang="en-US" dirty="0" err="1" smtClean="0">
                <a:solidFill>
                  <a:schemeClr val="bg1"/>
                </a:solidFill>
              </a:rPr>
              <a:t>iterables</a:t>
            </a:r>
            <a:r>
              <a:rPr lang="en-US" dirty="0" smtClean="0">
                <a:solidFill>
                  <a:schemeClr val="bg1"/>
                </a:solidFill>
              </a:rPr>
              <a:t> (list,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, set)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a map object (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Lazy evaluation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 of map()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map() applies a function to every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Works on </a:t>
            </a:r>
            <a:r>
              <a:rPr lang="en-US" dirty="0" err="1" smtClean="0">
                <a:solidFill>
                  <a:schemeClr val="bg1"/>
                </a:solidFill>
              </a:rPr>
              <a:t>iterables</a:t>
            </a:r>
            <a:r>
              <a:rPr lang="en-US" dirty="0" smtClean="0">
                <a:solidFill>
                  <a:schemeClr val="bg1"/>
                </a:solidFill>
              </a:rPr>
              <a:t> (list,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, set)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a map object (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Lazy evaluation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Example 1 – String to Integer Conversion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Convert string numbers to integers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built-in </a:t>
            </a:r>
            <a:r>
              <a:rPr lang="en-US" dirty="0" err="1" smtClean="0">
                <a:solidFill>
                  <a:schemeClr val="bg1"/>
                </a:solidFill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() with map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Convert map object to list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400"/>
            <a:ext cx="7592627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map() with Custom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Custom transformation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 reuse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than loops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352800"/>
            <a:ext cx="6248400" cy="2980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map() with lambda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need for separate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Short and readable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Ideal for one-line transformations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7722394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map() with Multiple </a:t>
            </a:r>
            <a:r>
              <a:rPr lang="en-US" b="1" dirty="0" err="1" smtClean="0">
                <a:solidFill>
                  <a:schemeClr val="bg1"/>
                </a:solidFill>
              </a:rPr>
              <a:t>Iterables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Multiple lists allowed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Parallel iteration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Stops at shortest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429000"/>
            <a:ext cx="7853218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Text Processing – Uppercase Conversion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map with string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lambda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and fast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200"/>
            <a:ext cx="7674746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Data Cleaning – Remove Whitespaces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Clean raw text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map with strip()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Very common preprocessing step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399" y="3505200"/>
            <a:ext cx="7750029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Temperature Conversion (Real-World Example)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Mathematical transformation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Scientific computation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Engineering use case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7772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map()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for loop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map is functional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 loop is imperative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map is more concise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map applies function element-wise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Memory efficient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DS &amp; ML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298</Words>
  <Application>Microsoft Office PowerPoint</Application>
  <PresentationFormat>On-screen Show (4:3)</PresentationFormat>
  <Paragraphs>97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Python map() Function</vt:lpstr>
      <vt:lpstr>Introduction </vt:lpstr>
      <vt:lpstr>What is map() ?</vt:lpstr>
      <vt:lpstr>Internal Working of map()</vt:lpstr>
      <vt:lpstr>Example 1 – String to Integer Conversion</vt:lpstr>
      <vt:lpstr>map() with Custom Function</vt:lpstr>
      <vt:lpstr>map() with lambda</vt:lpstr>
      <vt:lpstr>map() with Multiple Iterables</vt:lpstr>
      <vt:lpstr>Text Processing – Uppercase Conversion</vt:lpstr>
      <vt:lpstr>Data Cleaning – Remove Whitespaces</vt:lpstr>
      <vt:lpstr>Temperature Conversion (Real-World Example)</vt:lpstr>
      <vt:lpstr>map() vs for loop</vt:lpstr>
      <vt:lpstr>Summary &amp; Key Takeaways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4</cp:revision>
  <dcterms:created xsi:type="dcterms:W3CDTF">2006-08-16T00:00:00Z</dcterms:created>
  <dcterms:modified xsi:type="dcterms:W3CDTF">2026-01-19T11:44:49Z</dcterms:modified>
</cp:coreProperties>
</file>