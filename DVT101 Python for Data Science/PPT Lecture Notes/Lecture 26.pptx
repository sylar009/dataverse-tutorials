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Dictionary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26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Python Dictionary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Dictionary?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Key–Value data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 must be unique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can be any data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lookup than lists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We Need Dictionaries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Store data with meaningful names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searching than index-based lists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mapping example (ID → Record)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</a:t>
            </a:r>
            <a:r>
              <a:rPr lang="en-US" dirty="0" err="1" smtClean="0">
                <a:solidFill>
                  <a:schemeClr val="bg1"/>
                </a:solidFill>
              </a:rPr>
              <a:t>configs</a:t>
            </a:r>
            <a:r>
              <a:rPr lang="en-US" dirty="0" smtClean="0">
                <a:solidFill>
                  <a:schemeClr val="bg1"/>
                </a:solidFill>
              </a:rPr>
              <a:t>, APIs, databases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Dictionary Syntax &amp; Structure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Curly braces { }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 : Value format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Comma-separated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Keys must be immutable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Values can be any type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Program: Basic Dictionary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Demonstrates key–value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Shows dictionary print format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Helps understand mapping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Introduces real object storage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962400"/>
            <a:ext cx="7805531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Dictionary (Two Ways)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{ } literal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</a:t>
            </a:r>
            <a:r>
              <a:rPr lang="en-US" dirty="0" err="1" smtClean="0">
                <a:solidFill>
                  <a:schemeClr val="bg1"/>
                </a:solidFill>
              </a:rPr>
              <a:t>dict</a:t>
            </a:r>
            <a:r>
              <a:rPr lang="en-US" dirty="0" smtClean="0">
                <a:solidFill>
                  <a:schemeClr val="bg1"/>
                </a:solidFill>
              </a:rPr>
              <a:t>() constructor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Mixed key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dynamic creation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038600"/>
            <a:ext cx="66409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Program: Accessing Dictionary </a:t>
            </a:r>
            <a:r>
              <a:rPr lang="en-US" b="1" dirty="0" smtClean="0">
                <a:solidFill>
                  <a:schemeClr val="bg1"/>
                </a:solidFill>
              </a:rPr>
              <a:t>Values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Access via square brackets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 via get()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missing keys safely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Demonstrates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key &amp; list value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114800"/>
            <a:ext cx="775429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Adding &amp; Updating Dictionary Items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New key assignment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Updating existing key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Dictionary auto-expands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Overwriting values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86200"/>
            <a:ext cx="7721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Program: Removing Dictionary </a:t>
            </a:r>
            <a:r>
              <a:rPr lang="en-US" b="1" dirty="0" smtClean="0">
                <a:solidFill>
                  <a:schemeClr val="bg1"/>
                </a:solidFill>
              </a:rPr>
              <a:t>Items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del for direct delete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pop() returns removed value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popitem</a:t>
            </a:r>
            <a:r>
              <a:rPr lang="en-US" dirty="0" smtClean="0">
                <a:solidFill>
                  <a:schemeClr val="bg1"/>
                </a:solidFill>
              </a:rPr>
              <a:t>() removes last pair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clear() empties dictionary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905000"/>
            <a:ext cx="4495601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Iterating Through Dictionary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Loop through keys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through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through key–value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.keys(), .values(), .items()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Program: Dictionary </a:t>
            </a:r>
            <a:r>
              <a:rPr lang="en-US" b="1" dirty="0" smtClean="0">
                <a:solidFill>
                  <a:schemeClr val="bg1"/>
                </a:solidFill>
              </a:rPr>
              <a:t>Iteration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Prints keys first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Then prints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Then prints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Shows loop behavior clearly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00200"/>
            <a:ext cx="4267200" cy="3218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Nested Dictionaries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Dictionary inside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structured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Multi-level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Example: user profile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962400"/>
            <a:ext cx="6019800" cy="2351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of </a:t>
            </a:r>
            <a:r>
              <a:rPr lang="en-US" b="1" dirty="0" smtClean="0">
                <a:solidFill>
                  <a:schemeClr val="bg1"/>
                </a:solidFill>
              </a:rPr>
              <a:t>Dictionary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Hash table based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Keys converted to hash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Direct memory lookup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Very fast access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 World &amp;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User profiles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JSON responses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Configuration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feature maps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</a:t>
            </a:r>
            <a:r>
              <a:rPr lang="en-US" b="1" dirty="0" smtClean="0">
                <a:solidFill>
                  <a:schemeClr val="bg1"/>
                </a:solidFill>
              </a:rPr>
              <a:t>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Key–value storage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Mutable and flexible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Python projects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360</Words>
  <Application>Microsoft Office PowerPoint</Application>
  <PresentationFormat>On-screen Show (4:3)</PresentationFormat>
  <Paragraphs>123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Python Dictionary</vt:lpstr>
      <vt:lpstr>Introduction to Python Dictionary</vt:lpstr>
      <vt:lpstr>Why We Need Dictionaries</vt:lpstr>
      <vt:lpstr>Dictionary Syntax &amp; Structure</vt:lpstr>
      <vt:lpstr>Program: Basic Dictionary Example</vt:lpstr>
      <vt:lpstr>Creating Dictionary (Two Ways)</vt:lpstr>
      <vt:lpstr>Program: Accessing Dictionary Values</vt:lpstr>
      <vt:lpstr>Adding &amp; Updating Dictionary Items</vt:lpstr>
      <vt:lpstr>Program: Removing Dictionary Items</vt:lpstr>
      <vt:lpstr>Iterating Through Dictionary</vt:lpstr>
      <vt:lpstr>Program: Dictionary Iteration</vt:lpstr>
      <vt:lpstr>Nested Dictionaries</vt:lpstr>
      <vt:lpstr>Internal Working of Dictionary</vt:lpstr>
      <vt:lpstr>Real World &amp; Industry Use</vt:lpstr>
      <vt:lpstr>Summary &amp; Key Takeaways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2026-01-26T08:47:31Z</dcterms:modified>
</cp:coreProperties>
</file>