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7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Lists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24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Python Lists Matter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Lists store multiple values in one variable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Data Science, ML, Web Apps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and flexible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Supports indexing and iteration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Core Concept: What is a List?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Ordered collection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Mutable (can change)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Allows duplicates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Supports mixed data types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Lists (Square Brackets)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Lists are created using square brackets []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 store numbers, strings, mixed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Order of elements is preserved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Lists are mutable (can be changed)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438400"/>
            <a:ext cx="4238714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list() Constructor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list() converts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r>
              <a:rPr lang="en-US" dirty="0" smtClean="0">
                <a:solidFill>
                  <a:schemeClr val="bg1"/>
                </a:solidFill>
              </a:rPr>
              <a:t> into list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Works with </a:t>
            </a:r>
            <a:r>
              <a:rPr lang="en-US" dirty="0" err="1" smtClean="0">
                <a:solidFill>
                  <a:schemeClr val="bg1"/>
                </a:solidFill>
              </a:rPr>
              <a:t>tuples</a:t>
            </a:r>
            <a:r>
              <a:rPr lang="en-US" dirty="0" smtClean="0">
                <a:solidFill>
                  <a:schemeClr val="bg1"/>
                </a:solidFill>
              </a:rPr>
              <a:t>, strings, ranges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Each character becomes an element when using string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886200"/>
            <a:ext cx="6172200" cy="2444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Repeating Lists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* operator repeats list items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for initializing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Creates new list, not reference copy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752600"/>
            <a:ext cx="40572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Indexing &amp; Slicing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Index starts from 0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Negative index reads from end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Slicing extracts a sub-list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429000"/>
            <a:ext cx="5257800" cy="2989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Adding Elements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append(): add one element at end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insert(): add at specific position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extend(): add multiple items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clear(): removes all items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981200"/>
            <a:ext cx="4164419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Updating List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Lists are mutable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Elements can be replaced by index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need to create new list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05200"/>
            <a:ext cx="5486400" cy="2865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Removing </a:t>
            </a:r>
            <a:r>
              <a:rPr lang="en-US" b="1" dirty="0" smtClean="0">
                <a:solidFill>
                  <a:schemeClr val="bg1"/>
                </a:solidFill>
              </a:rPr>
              <a:t>Elements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remove(): deletes by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pop(): deletes by index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del: deletes by position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505200"/>
            <a:ext cx="3581400" cy="2834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Iteration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for loop reads items one by one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for processing each element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971800"/>
            <a:ext cx="77533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Nested Lists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List inside another list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for matrices, tables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 using two indexes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505200"/>
            <a:ext cx="8282116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List Comprehension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Short way to create list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Applies logic in one line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and readable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581400"/>
            <a:ext cx="743204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How Python Stores Lists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List </a:t>
            </a:r>
            <a:r>
              <a:rPr lang="en-US" dirty="0" smtClean="0">
                <a:solidFill>
                  <a:schemeClr val="bg1"/>
                </a:solidFill>
              </a:rPr>
              <a:t>stores references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Elements exist separately in memory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Mutable objects affect original memory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330</Words>
  <Application>Microsoft Office PowerPoint</Application>
  <PresentationFormat>On-screen Show (4:3)</PresentationFormat>
  <Paragraphs>103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Python Lists</vt:lpstr>
      <vt:lpstr>Why Python Lists Matter</vt:lpstr>
      <vt:lpstr>Core Concept: What is a List?</vt:lpstr>
      <vt:lpstr>Creating Lists (Square Brackets)</vt:lpstr>
      <vt:lpstr>list() Constructor</vt:lpstr>
      <vt:lpstr>Repeating Lists</vt:lpstr>
      <vt:lpstr>Indexing &amp; Slicing</vt:lpstr>
      <vt:lpstr>Adding Elements</vt:lpstr>
      <vt:lpstr>Updating List</vt:lpstr>
      <vt:lpstr>Removing Elements</vt:lpstr>
      <vt:lpstr>Iteration</vt:lpstr>
      <vt:lpstr>Nested Lists</vt:lpstr>
      <vt:lpstr>List Comprehension</vt:lpstr>
      <vt:lpstr>How Python Stores Lists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7</cp:revision>
  <dcterms:created xsi:type="dcterms:W3CDTF">2006-08-16T00:00:00Z</dcterms:created>
  <dcterms:modified xsi:type="dcterms:W3CDTF">2026-01-25T08:26:48Z</dcterms:modified>
</cp:coreProperties>
</file>