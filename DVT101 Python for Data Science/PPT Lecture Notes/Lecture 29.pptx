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List Comprehension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29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List Comprehension?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list comprehension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One-line list creation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Transformation + filtering in one expression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alternative to loops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List Comprehension is Powerful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Less code, more clarity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Avoids temporary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execution than loops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heavily in Data Science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Basic Structure of List Comprehension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Expression part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Iteration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Optional condition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each part connects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How It Works Internally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Iteration happens in memory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Expression applied to each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New list creation process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Comparison with loop execution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For Loop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List Comprehension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052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Lines of code comparison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Readability difference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intuition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loop is still useful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1828800"/>
            <a:ext cx="4873336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Simple Transformation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Mapping one list to another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Example: square, double, convert types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Real-life data transformation analogy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399" y="3429000"/>
            <a:ext cx="7588577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Conditional Filtering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condition inside comprehension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Filtering unwanted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Business rule examples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than nested loops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399" y="4038600"/>
            <a:ext cx="7815309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If–Else in List </a:t>
            </a:r>
            <a:r>
              <a:rPr lang="en-US" b="1" dirty="0" smtClean="0">
                <a:solidFill>
                  <a:schemeClr val="bg1"/>
                </a:solidFill>
              </a:rPr>
              <a:t>Comprehension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Conditional expression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Two-way decision inside list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Handling default cases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cleaning use case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199" y="4114800"/>
            <a:ext cx="754526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Range with </a:t>
            </a:r>
            <a:r>
              <a:rPr lang="en-US" b="1" dirty="0" smtClean="0">
                <a:solidFill>
                  <a:schemeClr val="bg1"/>
                </a:solidFill>
              </a:rPr>
              <a:t>Comprehension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Auto-generated sequences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Loop replacement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Index-based generation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Simulation datasets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114800"/>
            <a:ext cx="7693819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Nested List </a:t>
            </a:r>
            <a:r>
              <a:rPr lang="en-US" dirty="0" smtClean="0">
                <a:solidFill>
                  <a:schemeClr val="bg1"/>
                </a:solidFill>
              </a:rPr>
              <a:t>Comprehension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Multiple loops in one expression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Grid and matrix style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Cartesian product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Advanced use-case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4038600"/>
            <a:ext cx="7843234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Flattening Nested Lists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Converting matrix to vector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preprocessing stage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Removing nested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pipeline usage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114800"/>
            <a:ext cx="752856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Readability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Over-Optimization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When list comprehension becomes complex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Trade-off between clarity and speed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avoid nested chains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Performance Perspective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Fewer </a:t>
            </a:r>
            <a:r>
              <a:rPr lang="en-US" dirty="0" err="1" smtClean="0">
                <a:solidFill>
                  <a:schemeClr val="bg1"/>
                </a:solidFill>
              </a:rPr>
              <a:t>bytecode</a:t>
            </a:r>
            <a:r>
              <a:rPr lang="en-US" dirty="0" smtClean="0">
                <a:solidFill>
                  <a:schemeClr val="bg1"/>
                </a:solidFill>
              </a:rPr>
              <a:t>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efficiency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Loop overhead comparison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Too much logic in one line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Missing condition placement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Confusing nested order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Debugging difficulty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Feature engineering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 data filtering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API data transformation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ML dataset preprocessing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Best </a:t>
            </a:r>
            <a:r>
              <a:rPr lang="en-US" b="1" dirty="0" smtClean="0">
                <a:solidFill>
                  <a:schemeClr val="bg1"/>
                </a:solidFill>
              </a:rPr>
              <a:t>Practices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Keep expressions simple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Break complex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meaningful variable names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Prefer clarity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Career Relevance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Analyst workflows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Machine Learning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Automation scripts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Interview importance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Comparison with Other Tools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Map + filter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Generator expressions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list comprehension is best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When NOT to Use It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Deep nested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Heavy condition chains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Large memory constraints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One-line transformation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and cleaner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 standard practice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Master for productivity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429</Words>
  <Application>Microsoft Office PowerPoint</Application>
  <PresentationFormat>On-screen Show (4:3)</PresentationFormat>
  <Paragraphs>165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List Comprehension in Python</vt:lpstr>
      <vt:lpstr>What is List Comprehension?</vt:lpstr>
      <vt:lpstr>Why List Comprehension is Powerful</vt:lpstr>
      <vt:lpstr>Basic Structure of List Comprehension</vt:lpstr>
      <vt:lpstr>How It Works Internally</vt:lpstr>
      <vt:lpstr>For Loop vs List Comprehension</vt:lpstr>
      <vt:lpstr>Simple Transformation Concept</vt:lpstr>
      <vt:lpstr>Conditional Filtering Concept</vt:lpstr>
      <vt:lpstr>If–Else in List Comprehension</vt:lpstr>
      <vt:lpstr>Using Range with Comprehension</vt:lpstr>
      <vt:lpstr>Nested List Comprehension</vt:lpstr>
      <vt:lpstr>Flattening Nested Lists</vt:lpstr>
      <vt:lpstr>Readability vs Over-Optimization</vt:lpstr>
      <vt:lpstr>Performance Perspective</vt:lpstr>
      <vt:lpstr>Common Mistakes</vt:lpstr>
      <vt:lpstr>Real-World Use Cases</vt:lpstr>
      <vt:lpstr>Best Practices</vt:lpstr>
      <vt:lpstr>Career Relevance</vt:lpstr>
      <vt:lpstr>Comparison with Other Tools</vt:lpstr>
      <vt:lpstr>When NOT to Use It</vt:lpstr>
      <vt:lpstr>Summary &amp; Key Takeaways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5</cp:revision>
  <dcterms:created xsi:type="dcterms:W3CDTF">2006-08-16T00:00:00Z</dcterms:created>
  <dcterms:modified xsi:type="dcterms:W3CDTF">2026-02-01T11:52:11Z</dcterms:modified>
</cp:coreProperties>
</file>