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Applications &amp; Advantages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2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High-level programming language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Interpreted and dynamic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General-purpose language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 on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Shorter code compared to Java &amp; 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Famous Applications Built Using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Video platforms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Social media apps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Music streaming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Cloud storage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Recommendation engines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processing platforms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Python?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Web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Science &amp;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&amp; AI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&amp; Scripting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Game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Web Scraping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Desktop Applications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Scientific Computing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IoT</a:t>
            </a:r>
            <a:r>
              <a:rPr lang="en-US" dirty="0" smtClean="0">
                <a:solidFill>
                  <a:schemeClr val="bg1"/>
                </a:solidFill>
              </a:rPr>
              <a:t> &amp; Embedded Devices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DevOps</a:t>
            </a:r>
            <a:r>
              <a:rPr lang="en-US" dirty="0" smtClean="0">
                <a:solidFill>
                  <a:schemeClr val="bg1"/>
                </a:solidFill>
              </a:rPr>
              <a:t> &amp; Cloud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Cybersecurity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Advantages of Python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Huge third-party library ecosystem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Strong data science libraries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Open source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active community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Easy to learn &amp; read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Dynamically typed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OOP &amp; procedural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Portable and interactive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Python is Best for Data Science &amp; ML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Excellent data handling libraries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Easy model prototyping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Strong visualization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Integration with AI frameworks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adoption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Disadvantages of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Slower performance than compiled languages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Global Interpreter Lock (GIL)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 memory consumption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typing can cause runtime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Package &amp; version conflicts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Less strict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ideal for system-level programming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Final Summary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Python is simple and powerful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across industries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suited for Data Science &amp; AI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Some limitations 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Excellent career-oriented language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8" name="Picture 4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34975"/>
            <a:ext cx="6248399" cy="62483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242</Words>
  <Application>Microsoft Office PowerPoint</Application>
  <PresentationFormat>On-screen Show (4:3)</PresentationFormat>
  <Paragraphs>84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Python Applications &amp; Advantages</vt:lpstr>
      <vt:lpstr>What is Python?</vt:lpstr>
      <vt:lpstr>Famous Applications Built Using Python</vt:lpstr>
      <vt:lpstr>What Can We Do With Python?</vt:lpstr>
      <vt:lpstr>Advantages of Python</vt:lpstr>
      <vt:lpstr>Why Python is Best for Data Science &amp; ML</vt:lpstr>
      <vt:lpstr>Disadvantages of Python</vt:lpstr>
      <vt:lpstr>Final Summary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</cp:revision>
  <dcterms:created xsi:type="dcterms:W3CDTF">2006-08-16T00:00:00Z</dcterms:created>
  <dcterms:modified xsi:type="dcterms:W3CDTF">2026-01-01T16:17:42Z</dcterms:modified>
</cp:coreProperties>
</file>