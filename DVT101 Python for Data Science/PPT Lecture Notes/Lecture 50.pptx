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Directory Management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50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Python Directory Management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directory management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directories matter in real applications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files and directories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as a cross-platform solution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Directory Management is Needed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Organizing files programmatically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of repetitive folder tasks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dynamic project structures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in real-world workflows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Modules Used for Directory Management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Role of </a:t>
            </a:r>
            <a:r>
              <a:rPr lang="en-US" dirty="0" err="1" smtClean="0">
                <a:solidFill>
                  <a:schemeClr val="bg1"/>
                </a:solidFill>
              </a:rPr>
              <a:t>os</a:t>
            </a:r>
            <a:r>
              <a:rPr lang="en-US" dirty="0" smtClean="0">
                <a:solidFill>
                  <a:schemeClr val="bg1"/>
                </a:solidFill>
              </a:rPr>
              <a:t>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</a:t>
            </a:r>
            <a:r>
              <a:rPr lang="en-US" dirty="0" err="1" smtClean="0">
                <a:solidFill>
                  <a:schemeClr val="bg1"/>
                </a:solidFill>
              </a:rPr>
              <a:t>os.path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submodule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Role of </a:t>
            </a:r>
            <a:r>
              <a:rPr lang="en-US" dirty="0" err="1" smtClean="0">
                <a:solidFill>
                  <a:schemeClr val="bg1"/>
                </a:solidFill>
              </a:rPr>
              <a:t>pathlib</a:t>
            </a:r>
            <a:r>
              <a:rPr lang="en-US" dirty="0" smtClean="0">
                <a:solidFill>
                  <a:schemeClr val="bg1"/>
                </a:solidFill>
              </a:rPr>
              <a:t>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</a:t>
            </a:r>
            <a:r>
              <a:rPr lang="en-US" dirty="0" err="1" smtClean="0">
                <a:solidFill>
                  <a:schemeClr val="bg1"/>
                </a:solidFill>
              </a:rPr>
              <a:t>shutil</a:t>
            </a:r>
            <a:r>
              <a:rPr lang="en-US" dirty="0" smtClean="0">
                <a:solidFill>
                  <a:schemeClr val="bg1"/>
                </a:solidFill>
              </a:rPr>
              <a:t> module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Directory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File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 directory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OS stores directories internally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in operations for files and folders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beginner confusion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Directories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Need for dynamic directory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Single-level directory creation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Nested directory creation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 scenarios during creation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14800"/>
            <a:ext cx="7115556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Current Working Directory (CWD)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current working directory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Script location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working directory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CWD in relative paths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mistakes beginners make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419600"/>
            <a:ext cx="740635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Renaming and Moving Directories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renaming directories is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Renaming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moving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missing intermediate paths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 project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495800"/>
            <a:ext cx="718760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Changing the Working Directory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changing directory context is useful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Impact on file and folder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Temporary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permanent context change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and batch processing use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038600"/>
            <a:ext cx="5958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Listing Directory Contents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directory listing is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Non-recursive listing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Recursive listing intuition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in cleanup and monitoring scripts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038600"/>
            <a:ext cx="6629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Removing Directories Safely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Difference between empty and non-empty directories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deletion principles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Risks of accidental deletion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recursive deletion is needed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2057400"/>
            <a:ext cx="46291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Directory Validation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Checking if path is a directory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Avoiding wrong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Validation-first mindset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Reliability in scripts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114800"/>
            <a:ext cx="4343400" cy="2326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Directory Management with </a:t>
            </a:r>
            <a:r>
              <a:rPr lang="en-US" b="1" dirty="0" err="1" smtClean="0">
                <a:solidFill>
                  <a:schemeClr val="bg1"/>
                </a:solidFill>
              </a:rPr>
              <a:t>pathlib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Object-oriented directory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alternative to </a:t>
            </a:r>
            <a:r>
              <a:rPr lang="en-US" dirty="0" err="1" smtClean="0">
                <a:solidFill>
                  <a:schemeClr val="bg1"/>
                </a:solidFill>
              </a:rPr>
              <a:t>os</a:t>
            </a:r>
            <a:r>
              <a:rPr lang="en-US" dirty="0" smtClean="0">
                <a:solidFill>
                  <a:schemeClr val="bg1"/>
                </a:solidFill>
              </a:rPr>
              <a:t>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Path-based directory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Readability and safety benefits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038600"/>
            <a:ext cx="4191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Directory Size Calculation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directory size matters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Recursive size calculation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size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directory size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Monitoring and analytics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038600"/>
            <a:ext cx="5029200" cy="237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Access and Modification Time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access time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Meaning of modification time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timestamps are important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Backup and audit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962400"/>
            <a:ext cx="4572000" cy="250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shutil</a:t>
            </a:r>
            <a:r>
              <a:rPr lang="en-US" b="1" dirty="0" smtClean="0">
                <a:solidFill>
                  <a:schemeClr val="bg1"/>
                </a:solidFill>
              </a:rPr>
              <a:t> Module Overview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</a:t>
            </a:r>
            <a:r>
              <a:rPr lang="en-US" dirty="0" err="1" smtClean="0">
                <a:solidFill>
                  <a:schemeClr val="bg1"/>
                </a:solidFill>
              </a:rPr>
              <a:t>shutil</a:t>
            </a:r>
            <a:r>
              <a:rPr lang="en-US" dirty="0" smtClean="0">
                <a:solidFill>
                  <a:schemeClr val="bg1"/>
                </a:solidFill>
              </a:rPr>
              <a:t> exists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High-level directory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</a:t>
            </a:r>
            <a:r>
              <a:rPr lang="en-US" dirty="0" err="1" smtClean="0">
                <a:solidFill>
                  <a:schemeClr val="bg1"/>
                </a:solidFill>
              </a:rPr>
              <a:t>os</a:t>
            </a:r>
            <a:r>
              <a:rPr lang="en-US" dirty="0" smtClean="0">
                <a:solidFill>
                  <a:schemeClr val="bg1"/>
                </a:solidFill>
              </a:rPr>
              <a:t>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Safety and power trade-offs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Copying Directories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Recursive copy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Source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destination roles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existing directories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backup scenarios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267200"/>
            <a:ext cx="74866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Removing Directory Trees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Recursive deletion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it is dangerous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cases in cleanup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practices before deletion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038600"/>
            <a:ext cx="4876800" cy="2389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Moving Directories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Move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rename distinction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Same </a:t>
            </a:r>
            <a:r>
              <a:rPr lang="en-US" dirty="0" err="1" smtClean="0">
                <a:solidFill>
                  <a:schemeClr val="bg1"/>
                </a:solidFill>
              </a:rPr>
              <a:t>filesystem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different </a:t>
            </a:r>
            <a:r>
              <a:rPr lang="en-US" dirty="0" err="1" smtClean="0">
                <a:solidFill>
                  <a:schemeClr val="bg1"/>
                </a:solidFill>
              </a:rPr>
              <a:t>filesystem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Impact on data integrity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Deployment and reorganization use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114800"/>
            <a:ext cx="7688292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science project structuring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Backend log and media handling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DevOps</a:t>
            </a:r>
            <a:r>
              <a:rPr lang="en-US" dirty="0" smtClean="0">
                <a:solidFill>
                  <a:schemeClr val="bg1"/>
                </a:solidFill>
              </a:rPr>
              <a:t> automation scripts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ETL and batch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directory management enables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Choosing the right module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Safety-first approach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Transition to hands-on coding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513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Python Directory Management</vt:lpstr>
      <vt:lpstr>Introduction to Python Directory Management</vt:lpstr>
      <vt:lpstr>Why Directory Management is Needed</vt:lpstr>
      <vt:lpstr>Modules Used for Directory Management</vt:lpstr>
      <vt:lpstr>Understanding Directory vs File</vt:lpstr>
      <vt:lpstr>Creating Directories Concept</vt:lpstr>
      <vt:lpstr>Current Working Directory (CWD) Concept</vt:lpstr>
      <vt:lpstr>Renaming and Moving Directories</vt:lpstr>
      <vt:lpstr>Changing the Working Directory</vt:lpstr>
      <vt:lpstr>Listing Directory Contents</vt:lpstr>
      <vt:lpstr>Removing Directories Safely</vt:lpstr>
      <vt:lpstr>Directory Validation</vt:lpstr>
      <vt:lpstr>Directory Management with pathlib</vt:lpstr>
      <vt:lpstr>Directory Size Calculation Concept</vt:lpstr>
      <vt:lpstr>Access and Modification Time Concept</vt:lpstr>
      <vt:lpstr>shutil Module Overview</vt:lpstr>
      <vt:lpstr>Copying Directories Concept</vt:lpstr>
      <vt:lpstr>Removing Directory Trees</vt:lpstr>
      <vt:lpstr>Moving Directories Concept</vt:lpstr>
      <vt:lpstr>Real-World Industry Use Cases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10</cp:revision>
  <dcterms:created xsi:type="dcterms:W3CDTF">2006-08-16T00:00:00Z</dcterms:created>
  <dcterms:modified xsi:type="dcterms:W3CDTF">2026-02-23T08:19:30Z</dcterms:modified>
</cp:coreProperties>
</file>