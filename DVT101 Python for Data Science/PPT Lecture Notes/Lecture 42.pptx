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58" r:id="rId3"/>
    <p:sldId id="259" r:id="rId4"/>
    <p:sldId id="274" r:id="rId5"/>
    <p:sldId id="275" r:id="rId6"/>
    <p:sldId id="260" r:id="rId7"/>
    <p:sldId id="261" r:id="rId8"/>
    <p:sldId id="262" r:id="rId9"/>
    <p:sldId id="263" r:id="rId10"/>
    <p:sldId id="264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57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-1061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020B6F-6D38-4BA7-82C7-B3DBC0EBB546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45FF92-2650-4675-9E40-36907B04A1E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5ED64-9649-4B99-A718-3B5AE61BAEB1}" type="datetime1">
              <a:rPr lang="en-US" smtClean="0"/>
              <a:pPr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18CB9-AE3E-43B5-8041-AF81C8CEC6F4}" type="datetime1">
              <a:rPr lang="en-US" smtClean="0"/>
              <a:pPr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0A1B1-AFCF-4800-B7C6-5A57939CA90A}" type="datetime1">
              <a:rPr lang="en-US" smtClean="0"/>
              <a:pPr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A5EF0-70E2-484B-97E0-3F3D8A0BBD37}" type="datetime1">
              <a:rPr lang="en-US" smtClean="0"/>
              <a:pPr/>
              <a:t>2/14/2026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24340-B4B3-47CA-9A28-2D1927D2AABB}" type="datetime1">
              <a:rPr lang="en-US" smtClean="0"/>
              <a:pPr/>
              <a:t>2/14/2026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875B3-43BC-4240-ADB0-02E0491858B5}" type="datetime1">
              <a:rPr lang="en-US" smtClean="0"/>
              <a:pPr/>
              <a:t>2/14/2026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54E20-0949-4CBF-B2C7-4754E9E54BA2}" type="datetime1">
              <a:rPr lang="en-US" smtClean="0"/>
              <a:pPr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6D0B6-0584-49A0-A789-84AAE9A24FD7}" type="datetime1">
              <a:rPr lang="en-US" smtClean="0"/>
              <a:pPr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634C0-DA23-4200-879A-91782AC43316}" type="datetime1">
              <a:rPr lang="en-US" smtClean="0"/>
              <a:pPr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1C02D-0541-4466-8689-2E12F84CD7E7}" type="datetime1">
              <a:rPr lang="en-US" smtClean="0"/>
              <a:pPr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77C7EB-DC76-4D8E-A8D0-686ABE088EDD}" type="datetime1">
              <a:rPr lang="en-US" smtClean="0"/>
              <a:pPr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Python Exception </a:t>
            </a:r>
            <a:r>
              <a:rPr lang="en-US" b="1" dirty="0" smtClean="0">
                <a:solidFill>
                  <a:schemeClr val="bg1"/>
                </a:solidFill>
              </a:rPr>
              <a:t>Handling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n-IN" dirty="0" smtClean="0">
                <a:solidFill>
                  <a:schemeClr val="bg1"/>
                </a:solidFill>
              </a:rPr>
              <a:t>DVT101 – Lecture </a:t>
            </a:r>
            <a:r>
              <a:rPr lang="en-IN" dirty="0" smtClean="0">
                <a:solidFill>
                  <a:schemeClr val="bg1"/>
                </a:solidFill>
              </a:rPr>
              <a:t>42</a:t>
            </a:r>
            <a:endParaRPr lang="en-IN" dirty="0" smtClean="0">
              <a:solidFill>
                <a:schemeClr val="bg1"/>
              </a:solidFill>
            </a:endParaRPr>
          </a:p>
          <a:p>
            <a:pPr algn="r"/>
            <a:r>
              <a:rPr lang="en-IN" dirty="0" smtClean="0">
                <a:solidFill>
                  <a:schemeClr val="bg1"/>
                </a:solidFill>
              </a:rPr>
              <a:t>- By </a:t>
            </a:r>
            <a:r>
              <a:rPr lang="en-IN" dirty="0" err="1" smtClean="0">
                <a:solidFill>
                  <a:schemeClr val="bg1"/>
                </a:solidFill>
              </a:rPr>
              <a:t>Dataverse</a:t>
            </a:r>
            <a:r>
              <a:rPr lang="en-IN" dirty="0" smtClean="0">
                <a:solidFill>
                  <a:schemeClr val="bg1"/>
                </a:solidFill>
              </a:rPr>
              <a:t> Tutorials</a:t>
            </a:r>
            <a:endParaRPr lang="en-US" dirty="0" smtClean="0">
              <a:solidFill>
                <a:schemeClr val="bg1"/>
              </a:solidFill>
            </a:endParaRP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49027-C481-4ADD-819F-E0066DB13A61}" type="datetime1">
              <a:rPr lang="en-US" smtClean="0"/>
              <a:pPr/>
              <a:t>2/14/2026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What is Exception Handling in Python?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Meaning of exceptions in programming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Unexpected runtime problems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Program crash </a:t>
            </a:r>
            <a:r>
              <a:rPr lang="en-US" dirty="0" err="1" smtClean="0">
                <a:solidFill>
                  <a:schemeClr val="bg1"/>
                </a:solidFill>
              </a:rPr>
              <a:t>vs</a:t>
            </a:r>
            <a:r>
              <a:rPr lang="en-US" dirty="0" smtClean="0">
                <a:solidFill>
                  <a:schemeClr val="bg1"/>
                </a:solidFill>
              </a:rPr>
              <a:t> graceful handling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Why exception handling is necessary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Why Programs Fail Without Exception Handling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Abrupt program termination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Poor user experience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Data loss risks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Debugging difficulties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Real-World Analogy of Exception Handling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Road accidents and safety systems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ATM transaction failures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Online form validation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Controlled recovery instead of crash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Errors </a:t>
            </a:r>
            <a:r>
              <a:rPr lang="en-US" b="1" dirty="0" err="1" smtClean="0">
                <a:solidFill>
                  <a:schemeClr val="bg1"/>
                </a:solidFill>
              </a:rPr>
              <a:t>vs</a:t>
            </a:r>
            <a:r>
              <a:rPr lang="en-US" b="1" dirty="0" smtClean="0">
                <a:solidFill>
                  <a:schemeClr val="bg1"/>
                </a:solidFill>
              </a:rPr>
              <a:t> Exceptions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Definition of errors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Definition of exceptions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Compile-time </a:t>
            </a:r>
            <a:r>
              <a:rPr lang="en-US" dirty="0" err="1" smtClean="0">
                <a:solidFill>
                  <a:schemeClr val="bg1"/>
                </a:solidFill>
              </a:rPr>
              <a:t>vs</a:t>
            </a:r>
            <a:r>
              <a:rPr lang="en-US" dirty="0" smtClean="0">
                <a:solidFill>
                  <a:schemeClr val="bg1"/>
                </a:solidFill>
              </a:rPr>
              <a:t> runtime issues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Which can be handled and which cannot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Common Types of Errors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Syntax-related problems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Logical program errors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Memory and system-level issues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Why errors stop execution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Common Types of </a:t>
            </a:r>
            <a:r>
              <a:rPr lang="en-US" b="1" dirty="0" smtClean="0">
                <a:solidFill>
                  <a:schemeClr val="bg1"/>
                </a:solidFill>
              </a:rPr>
              <a:t>Exceptions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Runtime input-related issues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Mathematical calculation problems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File and resource access issues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User-driven mistakes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Python Exception Handling Keywords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try block purpose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except block purpose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else block role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finally block role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How try–except Works Internally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Risky code execution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Exception detection flow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Matching exception types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Safe recovery mechanism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else and finally Blocks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When else executes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Why finally always runs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Cleanup and resource release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Professional coding practice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Catching Specific Exceptions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209800"/>
          </a:xfrm>
        </p:spPr>
        <p:txBody>
          <a:bodyPr>
            <a:normAutofit lnSpcReduction="10000"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Handling different errors differently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Avoiding generic error masking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Better debugging clarity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Predictable error responses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4600" y="3733800"/>
            <a:ext cx="5085264" cy="266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Program Concept: Multiple Except Blocks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286000"/>
          </a:xfrm>
        </p:spPr>
        <p:txBody>
          <a:bodyPr>
            <a:normAutofit lnSpcReduction="10000"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Handling multiple exception types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Grouping similar exceptions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Cleaner error-handling logic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Real-world validation cases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95600" y="3733800"/>
            <a:ext cx="4181192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Catching Multiple Exceptions Together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209800"/>
          </a:xfrm>
        </p:spPr>
        <p:txBody>
          <a:bodyPr>
            <a:normAutofit lnSpcReduction="10000"/>
          </a:bodyPr>
          <a:lstStyle/>
          <a:p>
            <a:r>
              <a:rPr lang="en-US" dirty="0" err="1" smtClean="0">
                <a:solidFill>
                  <a:schemeClr val="bg1"/>
                </a:solidFill>
              </a:rPr>
              <a:t>Tuple</a:t>
            </a:r>
            <a:r>
              <a:rPr lang="en-US" dirty="0" smtClean="0">
                <a:solidFill>
                  <a:schemeClr val="bg1"/>
                </a:solidFill>
              </a:rPr>
              <a:t>-based exception handling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Reducing repetitive code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When same response is needed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Balanced flexibility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43000" y="3733800"/>
            <a:ext cx="6176742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Catch-All Exception </a:t>
            </a:r>
            <a:r>
              <a:rPr lang="en-US" b="1" dirty="0" smtClean="0">
                <a:solidFill>
                  <a:schemeClr val="bg1"/>
                </a:solidFill>
              </a:rPr>
              <a:t>Handlers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286000"/>
          </a:xfrm>
        </p:spPr>
        <p:txBody>
          <a:bodyPr>
            <a:normAutofit lnSpcReduction="10000"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Using generic except block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Risks of hiding real issues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When catch-all is acceptable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Best practices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57400" y="3657600"/>
            <a:ext cx="5599355" cy="274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Raising Exceptions Manually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209800"/>
          </a:xfrm>
        </p:spPr>
        <p:txBody>
          <a:bodyPr>
            <a:normAutofit lnSpcReduction="10000"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Why raise exceptions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Enforcing valid program state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Business rule validation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Controlled failure design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33600" y="3733800"/>
            <a:ext cx="4953000" cy="26627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Custom </a:t>
            </a:r>
            <a:r>
              <a:rPr lang="en-US" b="1" dirty="0" smtClean="0">
                <a:solidFill>
                  <a:schemeClr val="bg1"/>
                </a:solidFill>
              </a:rPr>
              <a:t>Exceptions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3962400" cy="4572000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Need for application-specific errors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Inheriting from Exception class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Meaningful error messages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Large system usage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14800" y="1981200"/>
            <a:ext cx="4714875" cy="3190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Advantages &amp; Disadvantages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Improved reliability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Cleaner separation of logic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Performance overhead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Complexity trade-offs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Summary &amp; Key Takeaways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Exception handling mindset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Safe and stable programs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Debug-friendly design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Industry-ready coding habit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  <p:pic>
        <p:nvPicPr>
          <p:cNvPr id="1027" name="Picture 3" descr="D:\DataVerse Tutorials\YouTube Icon Images and Videos\vecteezy_subscribe-button-collection-png-design-subscribe-button_13473771.pn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9200" y="-304800"/>
            <a:ext cx="6987382" cy="698738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386</Words>
  <Application>Microsoft Office PowerPoint</Application>
  <PresentationFormat>On-screen Show (4:3)</PresentationFormat>
  <Paragraphs>145</Paragraphs>
  <Slides>19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Python Exception Handling</vt:lpstr>
      <vt:lpstr>What is Exception Handling in Python?</vt:lpstr>
      <vt:lpstr>Why Programs Fail Without Exception Handling</vt:lpstr>
      <vt:lpstr>Real-World Analogy of Exception Handling</vt:lpstr>
      <vt:lpstr>Errors vs Exceptions</vt:lpstr>
      <vt:lpstr>Common Types of Errors</vt:lpstr>
      <vt:lpstr>Common Types of Exceptions</vt:lpstr>
      <vt:lpstr>Python Exception Handling Keywords</vt:lpstr>
      <vt:lpstr>How try–except Works Internally</vt:lpstr>
      <vt:lpstr>else and finally Blocks</vt:lpstr>
      <vt:lpstr>Catching Specific Exceptions</vt:lpstr>
      <vt:lpstr>Program Concept: Multiple Except Blocks</vt:lpstr>
      <vt:lpstr>Catching Multiple Exceptions Together</vt:lpstr>
      <vt:lpstr>Catch-All Exception Handlers</vt:lpstr>
      <vt:lpstr>Raising Exceptions Manually</vt:lpstr>
      <vt:lpstr>Custom Exceptions</vt:lpstr>
      <vt:lpstr>Advantages &amp; Disadvantages</vt:lpstr>
      <vt:lpstr>Summary &amp; Key Takeaways</vt:lpstr>
      <vt:lpstr>Slide 19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Sanyam Lawania</dc:creator>
  <cp:lastModifiedBy>Sanyam Lawania</cp:lastModifiedBy>
  <cp:revision>12</cp:revision>
  <dcterms:created xsi:type="dcterms:W3CDTF">2006-08-16T00:00:00Z</dcterms:created>
  <dcterms:modified xsi:type="dcterms:W3CDTF">2026-02-14T16:40:50Z</dcterms:modified>
</cp:coreProperties>
</file>