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57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06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20B6F-6D38-4BA7-82C7-B3DBC0EBB546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5FF92-2650-4675-9E40-36907B04A1E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ED64-9649-4B99-A718-3B5AE61BAEB1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8CB9-AE3E-43B5-8041-AF81C8CEC6F4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A1B1-AFCF-4800-B7C6-5A57939CA90A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A5EF0-70E2-484B-97E0-3F3D8A0BBD37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24340-B4B3-47CA-9A28-2D1927D2AABB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875B3-43BC-4240-ADB0-02E0491858B5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4E20-0949-4CBF-B2C7-4754E9E54BA2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6D0B6-0584-49A0-A789-84AAE9A24FD7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634C0-DA23-4200-879A-91782AC43316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C02D-0541-4466-8689-2E12F84CD7E7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7C7EB-DC76-4D8E-A8D0-686ABE088EDD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Why Python Uses Self? 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dirty="0" smtClean="0">
                <a:solidFill>
                  <a:schemeClr val="bg1"/>
                </a:solidFill>
              </a:rPr>
              <a:t>DVT101 – Lecture </a:t>
            </a:r>
            <a:r>
              <a:rPr lang="en-IN" dirty="0" smtClean="0">
                <a:solidFill>
                  <a:schemeClr val="bg1"/>
                </a:solidFill>
              </a:rPr>
              <a:t>15</a:t>
            </a:r>
            <a:endParaRPr lang="en-IN" dirty="0" smtClean="0">
              <a:solidFill>
                <a:schemeClr val="bg1"/>
              </a:solidFill>
            </a:endParaRPr>
          </a:p>
          <a:p>
            <a:pPr algn="r"/>
            <a:r>
              <a:rPr lang="en-IN" dirty="0" smtClean="0">
                <a:solidFill>
                  <a:schemeClr val="bg1"/>
                </a:solidFill>
              </a:rPr>
              <a:t>- By </a:t>
            </a:r>
            <a:r>
              <a:rPr lang="en-IN" dirty="0" err="1" smtClean="0">
                <a:solidFill>
                  <a:schemeClr val="bg1"/>
                </a:solidFill>
              </a:rPr>
              <a:t>Dataverse</a:t>
            </a:r>
            <a:r>
              <a:rPr lang="en-IN" dirty="0" smtClean="0">
                <a:solidFill>
                  <a:schemeClr val="bg1"/>
                </a:solidFill>
              </a:rPr>
              <a:t> Tutorials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9027-C481-4ADD-819F-E0066DB13A61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Why Does Python Use self?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What is self in Python?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every class method needs self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Difference between object and class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Beginner confusion explained simply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What is self?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self is not a keyword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It represents the current object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Refers to instance of the class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Used to access instance variables &amp; methods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Internal Working: How Python Uses self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Method call internally converts</a:t>
            </a:r>
          </a:p>
          <a:p>
            <a:r>
              <a:rPr lang="en-US" dirty="0" err="1" smtClean="0">
                <a:solidFill>
                  <a:schemeClr val="bg1"/>
                </a:solidFill>
              </a:rPr>
              <a:t>obj.method</a:t>
            </a:r>
            <a:r>
              <a:rPr lang="en-US" dirty="0" smtClean="0">
                <a:solidFill>
                  <a:schemeClr val="bg1"/>
                </a:solidFill>
              </a:rPr>
              <a:t>() → </a:t>
            </a:r>
            <a:r>
              <a:rPr lang="en-US" dirty="0" err="1" smtClean="0">
                <a:solidFill>
                  <a:schemeClr val="bg1"/>
                </a:solidFill>
              </a:rPr>
              <a:t>Class.method</a:t>
            </a:r>
            <a:r>
              <a:rPr lang="en-US" dirty="0" smtClean="0">
                <a:solidFill>
                  <a:schemeClr val="bg1"/>
                </a:solidFill>
              </a:rPr>
              <a:t>(</a:t>
            </a:r>
            <a:r>
              <a:rPr lang="en-US" dirty="0" err="1" smtClean="0">
                <a:solidFill>
                  <a:schemeClr val="bg1"/>
                </a:solidFill>
              </a:rPr>
              <a:t>obj</a:t>
            </a:r>
            <a:r>
              <a:rPr lang="en-US" dirty="0" smtClean="0">
                <a:solidFill>
                  <a:schemeClr val="bg1"/>
                </a:solidFill>
              </a:rPr>
              <a:t>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self binds data to object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Enables multiple instances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Example 1: Car Class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__init__ initializes object</a:t>
            </a:r>
          </a:p>
          <a:p>
            <a:r>
              <a:rPr lang="en-US" dirty="0" err="1" smtClean="0">
                <a:solidFill>
                  <a:schemeClr val="bg1"/>
                </a:solidFill>
              </a:rPr>
              <a:t>self.brand</a:t>
            </a:r>
            <a:r>
              <a:rPr lang="en-US" dirty="0" smtClean="0">
                <a:solidFill>
                  <a:schemeClr val="bg1"/>
                </a:solidFill>
              </a:rPr>
              <a:t>, </a:t>
            </a:r>
            <a:r>
              <a:rPr lang="en-US" dirty="0" err="1" smtClean="0">
                <a:solidFill>
                  <a:schemeClr val="bg1"/>
                </a:solidFill>
              </a:rPr>
              <a:t>self.model</a:t>
            </a:r>
            <a:r>
              <a:rPr lang="en-US" dirty="0" smtClean="0">
                <a:solidFill>
                  <a:schemeClr val="bg1"/>
                </a:solidFill>
              </a:rPr>
              <a:t> store data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display() accesses same object data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3352800"/>
            <a:ext cx="5065149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Why Python Uses self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Explicit is better than implicit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Improves readability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Avoids confusion in inheritance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Gives developer full control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Example 2: Object Initialization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self represents the current object (instance)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Used to access instance variables and methods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Passed automatically by Python during method call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Makes Object-Oriented Programming explicit and clear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95800" y="1981200"/>
            <a:ext cx="4410075" cy="2695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Example 3: Circle Area Calculation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Using self to store instance-specific data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Mathematical computation using object attributes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How self ensures correct value per object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Real-world analogy of multiple objects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43400" y="1752600"/>
            <a:ext cx="461299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Real-World &amp; Industry Use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Used in Machine Learning models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Used in Web Development frameworks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Used in large-scale software systems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Core concept for scalable code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Summary &amp; Key Takeaways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self represents current object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Mandatory for instance methods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Enables clean OOP design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Core Python concept</a:t>
            </a: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1027" name="Picture 3" descr="D:\DataVerse Tutorials\YouTube Icon Images and Videos\vecteezy_subscribe-button-collection-png-design-subscribe-button_13473771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-304800"/>
            <a:ext cx="6987382" cy="698738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280</Words>
  <Application>Microsoft Office PowerPoint</Application>
  <PresentationFormat>On-screen Show (4:3)</PresentationFormat>
  <Paragraphs>80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Why Python Uses Self? </vt:lpstr>
      <vt:lpstr>Why Does Python Use self?</vt:lpstr>
      <vt:lpstr>What is self?</vt:lpstr>
      <vt:lpstr>Internal Working: How Python Uses self</vt:lpstr>
      <vt:lpstr>Example 1: Car Class</vt:lpstr>
      <vt:lpstr>Why Python Uses self</vt:lpstr>
      <vt:lpstr>Example 2: Object Initialization</vt:lpstr>
      <vt:lpstr>Example 3: Circle Area Calculation</vt:lpstr>
      <vt:lpstr>Real-World &amp; Industry Use</vt:lpstr>
      <vt:lpstr>Summary &amp; Key Takeaways</vt:lpstr>
      <vt:lpstr>Slide 11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Sanyam Lawania</dc:creator>
  <cp:lastModifiedBy>Sanyam Lawania</cp:lastModifiedBy>
  <cp:revision>8</cp:revision>
  <dcterms:created xsi:type="dcterms:W3CDTF">2006-08-16T00:00:00Z</dcterms:created>
  <dcterms:modified xsi:type="dcterms:W3CDTF">2026-01-12T11:29:13Z</dcterms:modified>
</cp:coreProperties>
</file>