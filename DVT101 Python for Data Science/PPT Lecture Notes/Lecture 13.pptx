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Recursion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13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Recursion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calling itself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Breaks big problems into small parts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for repetitive patterns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in Data Structures &amp; Algorithms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Core Concept of Recursion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calls itself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Same logic repeated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Smaller input each time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Stops at base condition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How Recursion Works Internally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Uses call stack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Each call creates stack frame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Stores variables &amp; return address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Stack clears after base case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Structure of Recursive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Base Case (Stopping condition)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Recursive Case (Self call)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Modified parameters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Guaranteed termination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Recursion Example: Factorial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Mathematical problem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n! = n × (n−1)!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Base case at n = 0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Classic recursion example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886200"/>
            <a:ext cx="4572000" cy="2517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Example 2: Fibonacci Sequence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Two recursive calls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Base cases at 0 and 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Expensive recursion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Demonstrates inefficiency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657600"/>
            <a:ext cx="4638675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of Recursion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Tail Recursion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Non-Tail Recursion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in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Optimization concept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Recursion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Iteration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Recursion = stack based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Iteration = loop based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Recursion = readable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Iteration = efficient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When to Avoid Recursion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Large input size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Deep recursion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critical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 of stack overflow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Recursion = self calling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Base case is mandatory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Uses call stack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Powerful but risky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251</Words>
  <Application>Microsoft Office PowerPoint</Application>
  <PresentationFormat>On-screen Show (4:3)</PresentationFormat>
  <Paragraphs>89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Recursion in Python</vt:lpstr>
      <vt:lpstr>What is Recursion in Python?</vt:lpstr>
      <vt:lpstr>Core Concept of Recursion</vt:lpstr>
      <vt:lpstr>How Recursion Works Internally</vt:lpstr>
      <vt:lpstr>Structure of Recursive Function</vt:lpstr>
      <vt:lpstr>Recursion Example: Factorial</vt:lpstr>
      <vt:lpstr>Example 2: Fibonacci Sequence</vt:lpstr>
      <vt:lpstr>Types of Recursion</vt:lpstr>
      <vt:lpstr>Recursion vs Iteration</vt:lpstr>
      <vt:lpstr>When to Avoid Recursion</vt:lpstr>
      <vt:lpstr>Summary &amp; Key Takeaways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6</cp:revision>
  <dcterms:created xsi:type="dcterms:W3CDTF">2006-08-16T00:00:00Z</dcterms:created>
  <dcterms:modified xsi:type="dcterms:W3CDTF">2026-01-12T06:02:03Z</dcterms:modified>
</cp:coreProperties>
</file>