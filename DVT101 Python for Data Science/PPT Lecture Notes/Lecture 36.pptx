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Classes and Objects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36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Python 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Object-Oriented Programming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OOP is important in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mapping with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OOP improves large projects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 Class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a class as a blueprint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a class defines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Relationship between class and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Reusability through classes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an Object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 as an instance of a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 state, behavior, identity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Multiple objects from one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analogy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Class Attributes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Attributes defined at class level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Shared across all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use class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and behavior impact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038600"/>
            <a:ext cx="5105400" cy="182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Instance Attributes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Attributes unique to each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Created at object initialization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from class attributes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encapsulation concept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Constructor (init)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Role of constructor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Automatic execution on object creation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Initializing object state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Passing values at runtime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self Keyword &amp; Object Identity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self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Python binds object reference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Accessing instance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self is mandatory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Objects (Instantiation)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objects are created from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allocation process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 reference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Lifecycle of an object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676400"/>
            <a:ext cx="3886200" cy="3830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Accessing Attributes &amp; Methods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Dot operator working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class and instance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Attribute lookup order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write access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str</a:t>
            </a:r>
            <a:r>
              <a:rPr lang="en-US" b="1" dirty="0" smtClean="0">
                <a:solidFill>
                  <a:schemeClr val="bg1"/>
                </a:solidFill>
              </a:rPr>
              <a:t>() Method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Purpose of string representation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Default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custom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Python calls </a:t>
            </a:r>
            <a:r>
              <a:rPr lang="en-US" b="1" dirty="0" err="1" smtClean="0">
                <a:solidFill>
                  <a:schemeClr val="bg1"/>
                </a:solidFill>
              </a:rPr>
              <a:t>str</a:t>
            </a:r>
            <a:r>
              <a:rPr lang="en-US" dirty="0" smtClean="0">
                <a:solidFill>
                  <a:schemeClr val="bg1"/>
                </a:solidFill>
              </a:rPr>
              <a:t>()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Improving debugging and logs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752600"/>
            <a:ext cx="4791191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Class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Instance Variables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Shared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unique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Scope and lifetime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overriding works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mapping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447800"/>
            <a:ext cx="2819400" cy="49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Variable Resolution Order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Python finds attributes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Instance namespace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Class namespace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Inheritance lookup idea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Memory Model of </a:t>
            </a:r>
            <a:r>
              <a:rPr lang="en-US" b="1" dirty="0" smtClean="0">
                <a:solidFill>
                  <a:schemeClr val="bg1"/>
                </a:solidFill>
              </a:rPr>
              <a:t>Objects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Heap storage for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References and identity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Garbage collection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memory matters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Web frameworks (models)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Game development entities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Enterprise systems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 with Classes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Forgetting self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Misusing class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Overwriting attributes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Debugging tips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Best Practices in 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Naming conventions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Keeping classes small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Clear responsibility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Documentation habits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When to Use Classes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+ behavior grouping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Reusability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Maintainability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Team-based coding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OOP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Procedural Style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Structural difference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Scalability comparison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Code readability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 preference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of Key Concepts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Class, object, constructor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Attributes and self</a:t>
            </a:r>
          </a:p>
          <a:p>
            <a:r>
              <a:rPr lang="en-US" b="1" dirty="0" err="1" smtClean="0">
                <a:solidFill>
                  <a:schemeClr val="bg1"/>
                </a:solidFill>
              </a:rPr>
              <a:t>str</a:t>
            </a:r>
            <a:r>
              <a:rPr lang="en-US" dirty="0" smtClean="0">
                <a:solidFill>
                  <a:schemeClr val="bg1"/>
                </a:solidFill>
              </a:rPr>
              <a:t>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Class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instance variables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Learning Path Forward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Practice suggestions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Mini project ideas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Next OOP topics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Career relevance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455</Words>
  <Application>Microsoft Office PowerPoint</Application>
  <PresentationFormat>On-screen Show (4:3)</PresentationFormat>
  <Paragraphs>169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Python Classes and Objects</vt:lpstr>
      <vt:lpstr>Introduction to Python OOP</vt:lpstr>
      <vt:lpstr>What is a Class</vt:lpstr>
      <vt:lpstr>What is an Object</vt:lpstr>
      <vt:lpstr>Class Attributes</vt:lpstr>
      <vt:lpstr>Instance Attributes</vt:lpstr>
      <vt:lpstr>Constructor (init) Concept</vt:lpstr>
      <vt:lpstr>self Keyword &amp; Object Identity</vt:lpstr>
      <vt:lpstr>Creating Objects (Instantiation)</vt:lpstr>
      <vt:lpstr>Accessing Attributes &amp; Methods</vt:lpstr>
      <vt:lpstr>str() Method Concept</vt:lpstr>
      <vt:lpstr>Class vs Instance Variables</vt:lpstr>
      <vt:lpstr>Variable Resolution Order</vt:lpstr>
      <vt:lpstr>Memory Model of Objects</vt:lpstr>
      <vt:lpstr>Real-World Industry Use</vt:lpstr>
      <vt:lpstr>Common Mistakes with Classes</vt:lpstr>
      <vt:lpstr>Best Practices in OOP</vt:lpstr>
      <vt:lpstr>When to Use Classes</vt:lpstr>
      <vt:lpstr>OOP vs Procedural Style</vt:lpstr>
      <vt:lpstr>Summary of Key Concepts</vt:lpstr>
      <vt:lpstr>Learning Path Forward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5</cp:revision>
  <dcterms:created xsi:type="dcterms:W3CDTF">2006-08-16T00:00:00Z</dcterms:created>
  <dcterms:modified xsi:type="dcterms:W3CDTF">2026-02-09T05:14:02Z</dcterms:modified>
</cp:coreProperties>
</file>