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5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Iterators</a:t>
            </a:r>
            <a:r>
              <a:rPr lang="en-US" b="1" dirty="0" smtClean="0">
                <a:solidFill>
                  <a:schemeClr val="bg1"/>
                </a:solidFill>
              </a:rPr>
              <a:t>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41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are </a:t>
            </a:r>
            <a:r>
              <a:rPr lang="en-US" b="1" dirty="0" err="1" smtClean="0">
                <a:solidFill>
                  <a:schemeClr val="bg1"/>
                </a:solidFill>
              </a:rPr>
              <a:t>Iterators</a:t>
            </a:r>
            <a:r>
              <a:rPr lang="en-US" b="1" dirty="0" smtClean="0">
                <a:solidFill>
                  <a:schemeClr val="bg1"/>
                </a:solidFill>
              </a:rPr>
              <a:t>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iteration in programming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Traversing elements one by one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normal collection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idea of sequential access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Iteration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Indexing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Sequential access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random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not always use indexing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and memory perspective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cases of iteration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Iterable</a:t>
            </a:r>
            <a:r>
              <a:rPr lang="en-US" b="1" dirty="0" smtClean="0">
                <a:solidFill>
                  <a:schemeClr val="bg1"/>
                </a:solidFill>
              </a:rPr>
              <a:t> Objects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an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Common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 examples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Ability to produce an 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Role in for-loops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Iterator</a:t>
            </a:r>
            <a:r>
              <a:rPr lang="en-US" b="1" dirty="0" smtClean="0">
                <a:solidFill>
                  <a:schemeClr val="bg1"/>
                </a:solidFill>
              </a:rPr>
              <a:t> Objects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an 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err="1" smtClean="0">
                <a:solidFill>
                  <a:schemeClr val="bg1"/>
                </a:solidFill>
              </a:rPr>
              <a:t>Stateful</a:t>
            </a:r>
            <a:r>
              <a:rPr lang="en-US" dirty="0" smtClean="0">
                <a:solidFill>
                  <a:schemeClr val="bg1"/>
                </a:solidFill>
              </a:rPr>
              <a:t> traversal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One-direction movement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 exhaustion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chemeClr val="bg1"/>
                </a:solidFill>
              </a:rPr>
              <a:t>Iterator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Protocol </a:t>
            </a:r>
            <a:r>
              <a:rPr lang="en-US" b="1" dirty="0" smtClean="0">
                <a:solidFill>
                  <a:schemeClr val="bg1"/>
                </a:solidFill>
              </a:rPr>
              <a:t>(Internal Working)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Role of </a:t>
            </a:r>
            <a:r>
              <a:rPr lang="en-US" b="1" dirty="0" err="1" smtClean="0">
                <a:solidFill>
                  <a:schemeClr val="bg1"/>
                </a:solidFill>
              </a:rPr>
              <a:t>iter</a:t>
            </a:r>
            <a:r>
              <a:rPr lang="en-US" dirty="0" smtClean="0">
                <a:solidFill>
                  <a:schemeClr val="bg1"/>
                </a:solidFill>
              </a:rPr>
              <a:t>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of </a:t>
            </a:r>
            <a:r>
              <a:rPr lang="en-US" b="1" dirty="0" smtClean="0">
                <a:solidFill>
                  <a:schemeClr val="bg1"/>
                </a:solidFill>
              </a:rPr>
              <a:t>next</a:t>
            </a:r>
            <a:r>
              <a:rPr lang="en-US" dirty="0" smtClean="0">
                <a:solidFill>
                  <a:schemeClr val="bg1"/>
                </a:solidFill>
              </a:rPr>
              <a:t>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Python fetches next element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End-of-sequence signaling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for-loop Uses </a:t>
            </a:r>
            <a:r>
              <a:rPr lang="en-US" b="1" dirty="0" err="1" smtClean="0">
                <a:solidFill>
                  <a:schemeClr val="bg1"/>
                </a:solidFill>
              </a:rPr>
              <a:t>Iterators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for-loop internal mechanism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Implicit use of </a:t>
            </a:r>
            <a:r>
              <a:rPr lang="en-US" dirty="0" err="1" smtClean="0">
                <a:solidFill>
                  <a:schemeClr val="bg1"/>
                </a:solidFill>
              </a:rPr>
              <a:t>iter</a:t>
            </a:r>
            <a:r>
              <a:rPr lang="en-US" dirty="0" smtClean="0">
                <a:solidFill>
                  <a:schemeClr val="bg1"/>
                </a:solidFill>
              </a:rPr>
              <a:t> and next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StopIteration</a:t>
            </a:r>
            <a:r>
              <a:rPr lang="en-US" dirty="0" smtClean="0">
                <a:solidFill>
                  <a:schemeClr val="bg1"/>
                </a:solidFill>
              </a:rPr>
              <a:t> handling by loop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for-loop never crashes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Do We Need </a:t>
            </a:r>
            <a:r>
              <a:rPr lang="en-US" b="1" dirty="0" err="1" smtClean="0">
                <a:solidFill>
                  <a:schemeClr val="bg1"/>
                </a:solidFill>
              </a:rPr>
              <a:t>Iterators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Lazy evaluation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efficiency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Large data 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Streaming-style computation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Built-in </a:t>
            </a:r>
            <a:r>
              <a:rPr lang="en-US" b="1" dirty="0" err="1" smtClean="0">
                <a:solidFill>
                  <a:schemeClr val="bg1"/>
                </a:solidFill>
              </a:rPr>
              <a:t>Iterators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(Concept)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Strings as </a:t>
            </a:r>
            <a:r>
              <a:rPr lang="en-US" dirty="0" err="1" smtClean="0">
                <a:solidFill>
                  <a:schemeClr val="bg1"/>
                </a:solidFill>
              </a:rPr>
              <a:t>iterables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Lists and </a:t>
            </a:r>
            <a:r>
              <a:rPr lang="en-US" dirty="0" err="1" smtClean="0">
                <a:solidFill>
                  <a:schemeClr val="bg1"/>
                </a:solidFill>
              </a:rPr>
              <a:t>tuples</a:t>
            </a:r>
            <a:r>
              <a:rPr lang="en-US" dirty="0" smtClean="0">
                <a:solidFill>
                  <a:schemeClr val="bg1"/>
                </a:solidFill>
              </a:rPr>
              <a:t> iteration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Dictionaries iteration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Uniform iteration design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next() Function Concept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Manual iteration control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Fetching elements one by one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 state update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 at iteration end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StopIteration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Exception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Purpose of </a:t>
            </a:r>
            <a:r>
              <a:rPr lang="en-US" dirty="0" err="1" smtClean="0">
                <a:solidFill>
                  <a:schemeClr val="bg1"/>
                </a:solidFill>
              </a:rPr>
              <a:t>StopIteration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How Python uses it internally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loop termination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Manual handling idea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752600"/>
            <a:ext cx="4144604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Built-in </a:t>
            </a:r>
            <a:r>
              <a:rPr lang="en-US" b="1" dirty="0" err="1" smtClean="0">
                <a:solidFill>
                  <a:schemeClr val="bg1"/>
                </a:solidFill>
              </a:rPr>
              <a:t>Iterator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Converting </a:t>
            </a:r>
            <a:r>
              <a:rPr lang="en-US" dirty="0" err="1" smtClean="0">
                <a:solidFill>
                  <a:schemeClr val="bg1"/>
                </a:solidFill>
              </a:rPr>
              <a:t>iterable</a:t>
            </a:r>
            <a:r>
              <a:rPr lang="en-US" dirty="0" smtClean="0">
                <a:solidFill>
                  <a:schemeClr val="bg1"/>
                </a:solidFill>
              </a:rPr>
              <a:t> to </a:t>
            </a:r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Fetching elements sequentially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 exhaustion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Practical usage scenario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2133600"/>
            <a:ext cx="4494134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Custom </a:t>
            </a:r>
            <a:r>
              <a:rPr lang="en-US" b="1" dirty="0" err="1" smtClean="0">
                <a:solidFill>
                  <a:schemeClr val="bg1"/>
                </a:solidFill>
              </a:rPr>
              <a:t>Iterator</a:t>
            </a:r>
            <a:r>
              <a:rPr lang="en-US" b="1" dirty="0" smtClean="0">
                <a:solidFill>
                  <a:schemeClr val="bg1"/>
                </a:solidFill>
              </a:rPr>
              <a:t>: Why &amp; When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648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Need for custom iteration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sequence generation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Infinite or dynamic sequences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Industry-level use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676400"/>
            <a:ext cx="2819400" cy="466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Custom </a:t>
            </a:r>
            <a:r>
              <a:rPr lang="en-US" b="1" dirty="0" err="1" smtClean="0">
                <a:solidFill>
                  <a:schemeClr val="bg1"/>
                </a:solidFill>
              </a:rPr>
              <a:t>Iterator</a:t>
            </a:r>
            <a:r>
              <a:rPr lang="en-US" b="1" dirty="0" smtClean="0">
                <a:solidFill>
                  <a:schemeClr val="bg1"/>
                </a:solidFill>
              </a:rPr>
              <a:t> Design Flow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Class-based </a:t>
            </a:r>
            <a:r>
              <a:rPr lang="en-US" b="1" dirty="0" err="1" smtClean="0">
                <a:solidFill>
                  <a:schemeClr val="bg1"/>
                </a:solidFill>
              </a:rPr>
              <a:t>iterator</a:t>
            </a:r>
            <a:r>
              <a:rPr lang="en-US" b="1" dirty="0" smtClean="0">
                <a:solidFill>
                  <a:schemeClr val="bg1"/>
                </a:solidFill>
              </a:rPr>
              <a:t> design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Maintaining internal state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Reset and progression logic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Protocol compliance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Custom </a:t>
            </a:r>
            <a:r>
              <a:rPr lang="en-US" b="1" dirty="0" err="1" smtClean="0">
                <a:solidFill>
                  <a:schemeClr val="bg1"/>
                </a:solidFill>
              </a:rPr>
              <a:t>Iterator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Defining </a:t>
            </a:r>
            <a:r>
              <a:rPr lang="en-US" b="1" dirty="0" err="1" smtClean="0">
                <a:solidFill>
                  <a:schemeClr val="bg1"/>
                </a:solidFill>
              </a:rPr>
              <a:t>iter</a:t>
            </a:r>
            <a:r>
              <a:rPr lang="en-US" dirty="0" smtClean="0">
                <a:solidFill>
                  <a:schemeClr val="bg1"/>
                </a:solidFill>
              </a:rPr>
              <a:t>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Defining </a:t>
            </a:r>
            <a:r>
              <a:rPr lang="en-US" b="1" dirty="0" smtClean="0">
                <a:solidFill>
                  <a:schemeClr val="bg1"/>
                </a:solidFill>
              </a:rPr>
              <a:t>next</a:t>
            </a:r>
            <a:r>
              <a:rPr lang="en-US" dirty="0" smtClean="0">
                <a:solidFill>
                  <a:schemeClr val="bg1"/>
                </a:solidFill>
              </a:rPr>
              <a:t>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Updating state per call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Continuous iteration idea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447800"/>
            <a:ext cx="277177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</a:rPr>
              <a:t>Iterator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Iterable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Conceptual difference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Capability comparison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Who controls iteration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confusion points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600200"/>
            <a:ext cx="4525691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Data streaming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Machine learning batch loading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 processing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Large file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Iterator</a:t>
            </a:r>
            <a:r>
              <a:rPr lang="en-US" dirty="0" smtClean="0">
                <a:solidFill>
                  <a:schemeClr val="bg1"/>
                </a:solidFill>
              </a:rPr>
              <a:t> protocol recap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Memory-efficient looping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 iteration power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for generators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398</Words>
  <Application>Microsoft Office PowerPoint</Application>
  <PresentationFormat>On-screen Show (4:3)</PresentationFormat>
  <Paragraphs>145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Iterators in Python</vt:lpstr>
      <vt:lpstr>What are Iterators in Python?</vt:lpstr>
      <vt:lpstr>Iteration vs Indexing</vt:lpstr>
      <vt:lpstr>Iterable Objects in Python</vt:lpstr>
      <vt:lpstr>Iterator Objects in Python</vt:lpstr>
      <vt:lpstr>Iterator Protocol (Internal Working)</vt:lpstr>
      <vt:lpstr>How for-loop Uses Iterators</vt:lpstr>
      <vt:lpstr>Why Do We Need Iterators?</vt:lpstr>
      <vt:lpstr>Built-in Iterators (Concept)</vt:lpstr>
      <vt:lpstr>next() Function Concept</vt:lpstr>
      <vt:lpstr>StopIteration Exception</vt:lpstr>
      <vt:lpstr>Program Concept: Built-in Iterator Example</vt:lpstr>
      <vt:lpstr>Custom Iterator: Why &amp; When</vt:lpstr>
      <vt:lpstr>Custom Iterator Design Flow</vt:lpstr>
      <vt:lpstr>Program Concept: Custom Iterator</vt:lpstr>
      <vt:lpstr>Iterator vs Iterable</vt:lpstr>
      <vt:lpstr>Real-world &amp; Industry Use Cases</vt:lpstr>
      <vt:lpstr>Summary &amp; Key Takeaways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15</cp:revision>
  <dcterms:created xsi:type="dcterms:W3CDTF">2006-08-16T00:00:00Z</dcterms:created>
  <dcterms:modified xsi:type="dcterms:W3CDTF">2026-02-13T18:56:31Z</dcterms:modified>
</cp:coreProperties>
</file>