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77" r:id="rId4"/>
    <p:sldId id="276" r:id="rId5"/>
    <p:sldId id="275" r:id="rId6"/>
    <p:sldId id="274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5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1" autoAdjust="0"/>
    <p:restoredTop sz="94716" autoAdjust="0"/>
  </p:normalViewPr>
  <p:slideViewPr>
    <p:cSldViewPr>
      <p:cViewPr varScale="1">
        <p:scale>
          <a:sx n="79" d="100"/>
          <a:sy n="79" d="100"/>
        </p:scale>
        <p:origin x="-965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Inheritance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38</a:t>
            </a: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Inheritance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Definition of inheritance in OOP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Parent class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Child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Relationship between classes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inheritance is called “IS-A” relationship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Inheritance is Important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Code reusability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Reduces duplication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modeling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Easier maintenance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Scalable software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 World Analogy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Animal → Dog → Puppy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Person → Employee → Manager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Features flowing from parent to child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Behavioral specialization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Core Terminology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Parent class (Base class)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Child class (Derived class)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Attribute inheritance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 inheritance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 overriding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How Inheritance Works Internally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 memory sharing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Attribute lookup chain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 Resolution Order (MRO)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Parent search before child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Simple Parent–Child Class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Parent defines common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Child reuses parent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Child adds new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Child can override parent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676400"/>
            <a:ext cx="4143375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Parent Methods in Child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Calling parent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Reusing existing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Avoiding code repetition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extension of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super() Function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direct parent calls are risky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super() safely connects parent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Constructor chaining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inheritance hierarchy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676400"/>
            <a:ext cx="4191000" cy="4610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Inheritance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Single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Multiple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Multilevel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Hierarchical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Hybrid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Single Inheritance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One parent → one child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Simple hierarchy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Most common type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600200"/>
            <a:ext cx="427672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Multiple Inheritance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More than one parent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Shared features from many sources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Diamond problem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MRO importance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676400"/>
            <a:ext cx="4414603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Multilevel &amp; Hierarchical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Multilevel: chain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Hierarchical: one parent, many children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Shared root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Specialized child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676400"/>
            <a:ext cx="4495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Hybrid Inheritance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Combination of multiple types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system modeling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Complex class relationships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Requires careful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600200"/>
            <a:ext cx="3657600" cy="4753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Game character hierarchies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Banking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Employee management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Framework architecture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Inheritance reduces duplication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Encourages modular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Supports real-world mapping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Enables scalable architecture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351</Words>
  <Application>Microsoft Office PowerPoint</Application>
  <PresentationFormat>On-screen Show (4:3)</PresentationFormat>
  <Paragraphs>133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Inheritance in Python</vt:lpstr>
      <vt:lpstr>What is Inheritance in Python?</vt:lpstr>
      <vt:lpstr>Why Inheritance is Important</vt:lpstr>
      <vt:lpstr>Real World Analogy</vt:lpstr>
      <vt:lpstr>Core Terminology</vt:lpstr>
      <vt:lpstr>How Inheritance Works Internally</vt:lpstr>
      <vt:lpstr>Simple Parent–Child Class Concept</vt:lpstr>
      <vt:lpstr>Using Parent Methods in Child</vt:lpstr>
      <vt:lpstr>super() Function Concept</vt:lpstr>
      <vt:lpstr>Types of Inheritance in Python</vt:lpstr>
      <vt:lpstr>Single Inheritance</vt:lpstr>
      <vt:lpstr>Multiple Inheritance</vt:lpstr>
      <vt:lpstr>Multilevel &amp; Hierarchical</vt:lpstr>
      <vt:lpstr>Hybrid Inheritance</vt:lpstr>
      <vt:lpstr>Industry Use Cases</vt:lpstr>
      <vt:lpstr>Summary &amp; Key Takeaways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68</cp:revision>
  <dcterms:created xsi:type="dcterms:W3CDTF">2006-08-16T00:00:00Z</dcterms:created>
  <dcterms:modified xsi:type="dcterms:W3CDTF">2026-02-11T10:06:31Z</dcterms:modified>
</cp:coreProperties>
</file>