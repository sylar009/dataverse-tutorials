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7" r:id="rId4"/>
    <p:sldId id="276" r:id="rId5"/>
    <p:sldId id="275" r:id="rId6"/>
    <p:sldId id="274" r:id="rId7"/>
    <p:sldId id="273" r:id="rId8"/>
    <p:sldId id="272" r:id="rId9"/>
    <p:sldId id="271" r:id="rId10"/>
    <p:sldId id="270" r:id="rId11"/>
    <p:sldId id="269" r:id="rId12"/>
    <p:sldId id="268" r:id="rId13"/>
    <p:sldId id="267" r:id="rId14"/>
    <p:sldId id="266" r:id="rId15"/>
    <p:sldId id="265" r:id="rId16"/>
    <p:sldId id="264" r:id="rId17"/>
    <p:sldId id="263" r:id="rId18"/>
    <p:sldId id="262" r:id="rId19"/>
    <p:sldId id="261" r:id="rId20"/>
    <p:sldId id="260" r:id="rId21"/>
    <p:sldId id="259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Arrays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28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Are Arrays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sequential data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Contiguous memory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list and array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arrays matter in data processing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List as a Dynamic Array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list behaves like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mixed data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Grows and shrinks dynamically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Easy to use for beginners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962400"/>
            <a:ext cx="8136384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Properties of Python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Dynamic typing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resizing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Built-in utility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Flexible memory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Python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Under-the-hood memory blocks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Index-based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reallocation strategy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Time complexity intuition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Limitations of Python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High memory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Slower for numerical computation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Mixed type overhead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suitable for scientific workloads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Python array Module (Homogeneous Arrays)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Stores same </a:t>
            </a:r>
            <a:r>
              <a:rPr lang="en-US" dirty="0" err="1" smtClean="0">
                <a:solidFill>
                  <a:schemeClr val="bg1"/>
                </a:solidFill>
              </a:rPr>
              <a:t>datatype</a:t>
            </a:r>
            <a:r>
              <a:rPr lang="en-US" dirty="0" smtClean="0">
                <a:solidFill>
                  <a:schemeClr val="bg1"/>
                </a:solidFill>
              </a:rPr>
              <a:t> only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Memory-efficient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than list for numeric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large uniform datasets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7010400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Data Types in Python Arrays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 codes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Integer, float, char, etc.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size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type safety improves performance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Array Operations (Concept)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Creating an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Accessing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Adding new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Removing values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81400"/>
            <a:ext cx="7518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Indexing &amp; Slicing in Arrays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Zero-based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Forward &amp; backward slicing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Range extraction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Reverse traversal concept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10000"/>
            <a:ext cx="7239000" cy="2458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Searching &amp; Updating 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Index search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First occurrence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Reassignment updates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in real-time data editing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733800"/>
            <a:ext cx="7315200" cy="2676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Advanced Array Operations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Counting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Reversing arrays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Extending arrays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Combining multiple sequences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828800"/>
            <a:ext cx="4542006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</a:t>
            </a:r>
            <a:r>
              <a:rPr lang="en-US" b="1" dirty="0" err="1" smtClean="0">
                <a:solidFill>
                  <a:schemeClr val="bg1"/>
                </a:solidFill>
              </a:rPr>
              <a:t>NumPy</a:t>
            </a:r>
            <a:r>
              <a:rPr lang="en-US" b="1" dirty="0" smtClean="0">
                <a:solidFill>
                  <a:schemeClr val="bg1"/>
                </a:solidFill>
              </a:rPr>
              <a:t> Arrays Exist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Need for high performance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Vectorized</a:t>
            </a:r>
            <a:r>
              <a:rPr lang="en-US" dirty="0" smtClean="0">
                <a:solidFill>
                  <a:schemeClr val="bg1"/>
                </a:solidFill>
              </a:rPr>
              <a:t>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Scientific computing requirement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adoption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10000"/>
            <a:ext cx="5943600" cy="2526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NumPy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Python Array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List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Performance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Use-case suitability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Scalability factors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Multi-Dimensional Arrays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Matrix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Row &amp; column concepts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modeling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science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10000"/>
            <a:ext cx="6594764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Broadcasting Concept in </a:t>
            </a:r>
            <a:r>
              <a:rPr lang="en-US" b="1" dirty="0" err="1" smtClean="0">
                <a:solidFill>
                  <a:schemeClr val="bg1"/>
                </a:solidFill>
              </a:rPr>
              <a:t>NumPy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Automatic shape matching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Element-wise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Speed advantage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code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733800"/>
            <a:ext cx="4876800" cy="261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Machine learning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Image 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time-series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Scientific simulations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86200"/>
            <a:ext cx="814709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 with Arrays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Wrong </a:t>
            </a:r>
            <a:r>
              <a:rPr lang="en-US" dirty="0" err="1" smtClean="0">
                <a:solidFill>
                  <a:schemeClr val="bg1"/>
                </a:solidFill>
              </a:rPr>
              <a:t>datatype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Index out of range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Mixing list &amp; array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misuse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to use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</a:t>
            </a:r>
            <a:r>
              <a:rPr lang="en-US" dirty="0" err="1" smtClean="0">
                <a:solidFill>
                  <a:schemeClr val="bg1"/>
                </a:solidFill>
              </a:rPr>
              <a:t>NumPy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Optimization mindset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Career Perspective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Analyst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Engineer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data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Lists are flexible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Arrays are memory-efficient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NumPy</a:t>
            </a:r>
            <a:r>
              <a:rPr lang="en-US" dirty="0" smtClean="0">
                <a:solidFill>
                  <a:schemeClr val="bg1"/>
                </a:solidFill>
              </a:rPr>
              <a:t> is performance 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Choose wisely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438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Arrays</vt:lpstr>
      <vt:lpstr>What Are Arrays in Python?</vt:lpstr>
      <vt:lpstr>Python List as a Dynamic Array</vt:lpstr>
      <vt:lpstr>Key Properties of Python Lists</vt:lpstr>
      <vt:lpstr>Internal Working of Python Lists</vt:lpstr>
      <vt:lpstr>Limitations of Python Lists</vt:lpstr>
      <vt:lpstr>Python array Module (Homogeneous Arrays)</vt:lpstr>
      <vt:lpstr>Data Types in Python Arrays</vt:lpstr>
      <vt:lpstr>Core Array Operations (Concept)</vt:lpstr>
      <vt:lpstr>Indexing &amp; Slicing in Arrays</vt:lpstr>
      <vt:lpstr>Searching &amp; Updating Elements</vt:lpstr>
      <vt:lpstr>Advanced Array Operations</vt:lpstr>
      <vt:lpstr>Why NumPy Arrays Exist</vt:lpstr>
      <vt:lpstr>NumPy vs Python Array vs List</vt:lpstr>
      <vt:lpstr>Multi-Dimensional Arrays</vt:lpstr>
      <vt:lpstr>Broadcasting Concept in NumPy</vt:lpstr>
      <vt:lpstr>Real-World Industry Use Cases</vt:lpstr>
      <vt:lpstr>Common Mistakes with Arrays</vt:lpstr>
      <vt:lpstr>Best Practices</vt:lpstr>
      <vt:lpstr>Career Perspective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26</cp:revision>
  <dcterms:created xsi:type="dcterms:W3CDTF">2006-08-16T00:00:00Z</dcterms:created>
  <dcterms:modified xsi:type="dcterms:W3CDTF">2026-02-01T12:59:09Z</dcterms:modified>
</cp:coreProperties>
</file>