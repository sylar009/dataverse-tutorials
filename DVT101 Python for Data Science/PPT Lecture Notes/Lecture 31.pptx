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7" r:id="rId4"/>
    <p:sldId id="276" r:id="rId5"/>
    <p:sldId id="275" r:id="rId6"/>
    <p:sldId id="274" r:id="rId7"/>
    <p:sldId id="273" r:id="rId8"/>
    <p:sldId id="272" r:id="rId9"/>
    <p:sldId id="271" r:id="rId10"/>
    <p:sldId id="270" r:id="rId11"/>
    <p:sldId id="269" r:id="rId12"/>
    <p:sldId id="268" r:id="rId13"/>
    <p:sldId id="267" r:id="rId14"/>
    <p:sldId id="266" r:id="rId15"/>
    <p:sldId id="265" r:id="rId16"/>
    <p:sldId id="264" r:id="rId17"/>
    <p:sldId id="263" r:id="rId18"/>
    <p:sldId id="262" r:id="rId19"/>
    <p:sldId id="261" r:id="rId20"/>
    <p:sldId id="260" r:id="rId21"/>
    <p:sldId id="259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Heap Queue (</a:t>
            </a:r>
            <a:r>
              <a:rPr lang="en-US" b="1" dirty="0" err="1" smtClean="0">
                <a:solidFill>
                  <a:schemeClr val="bg1"/>
                </a:solidFill>
              </a:rPr>
              <a:t>heapq</a:t>
            </a:r>
            <a:r>
              <a:rPr lang="en-US" b="1" dirty="0" smtClean="0">
                <a:solidFill>
                  <a:schemeClr val="bg1"/>
                </a:solidFill>
              </a:rPr>
              <a:t>)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31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Heap Queue?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priority queue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Min-heap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max-heap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Root always holds priority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heaps are special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We Need Heap Queues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Faster priority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sorted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Efficient insert &amp; delete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scheduling use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Where Heaps Are </a:t>
            </a:r>
            <a:r>
              <a:rPr lang="en-US" b="1" dirty="0" smtClean="0">
                <a:solidFill>
                  <a:schemeClr val="bg1"/>
                </a:solidFill>
              </a:rPr>
              <a:t>Used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Task scheduling systems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Pathfinding</a:t>
            </a:r>
            <a:r>
              <a:rPr lang="en-US" dirty="0" smtClean="0">
                <a:solidFill>
                  <a:schemeClr val="bg1"/>
                </a:solidFill>
              </a:rPr>
              <a:t> algorithms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Compression algorithms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Event-driven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a Heap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Complete binary tree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Parent–child index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Heap property maintenance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Rebalancing mechanism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</a:t>
            </a:r>
            <a:r>
              <a:rPr lang="en-US" b="1" dirty="0" err="1" smtClean="0">
                <a:solidFill>
                  <a:schemeClr val="bg1"/>
                </a:solidFill>
              </a:rPr>
              <a:t>heapq</a:t>
            </a:r>
            <a:r>
              <a:rPr lang="en-US" b="1" dirty="0" smtClean="0">
                <a:solidFill>
                  <a:schemeClr val="bg1"/>
                </a:solidFill>
              </a:rPr>
              <a:t> Module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Built-in heap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Min-heap by default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In-place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List-based implementation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a Heap (Concept)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Converting list to heap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In-place rearrangement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Root as smallest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than full sorting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962400"/>
            <a:ext cx="6096000" cy="2467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Min-Heap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Max-Heap </a:t>
            </a:r>
            <a:r>
              <a:rPr lang="en-US" b="1" dirty="0" smtClean="0">
                <a:solidFill>
                  <a:schemeClr val="bg1"/>
                </a:solidFill>
              </a:rPr>
              <a:t>Logic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Default min-heap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inversion technique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Restoring original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Use-case comparison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733800"/>
            <a:ext cx="5181600" cy="2623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Core Heap Operations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with priority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Remove smallest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Peek root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Maintaining heap property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752600"/>
            <a:ext cx="515118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Push &amp; Pop Combined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Single-step optimization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Reduced rebalancing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advantage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733800"/>
            <a:ext cx="4953000" cy="265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Finding Top-N Elements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nlargest</a:t>
            </a:r>
            <a:r>
              <a:rPr lang="en-US" dirty="0" smtClean="0">
                <a:solidFill>
                  <a:schemeClr val="bg1"/>
                </a:solidFill>
              </a:rPr>
              <a:t> concept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nsmallest</a:t>
            </a:r>
            <a:r>
              <a:rPr lang="en-US" dirty="0" smtClean="0">
                <a:solidFill>
                  <a:schemeClr val="bg1"/>
                </a:solidFill>
              </a:rPr>
              <a:t>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Partial sorting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Analytics applications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209800"/>
            <a:ext cx="5257800" cy="318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Replace Operation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Pop then push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Efficient replacement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Real-time </a:t>
            </a:r>
            <a:r>
              <a:rPr lang="en-US" dirty="0" err="1" smtClean="0">
                <a:solidFill>
                  <a:schemeClr val="bg1"/>
                </a:solidFill>
              </a:rPr>
              <a:t>leaderboards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352800"/>
            <a:ext cx="4953000" cy="2959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Merge Operation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Merging sorted </a:t>
            </a:r>
            <a:r>
              <a:rPr lang="en-US" dirty="0" err="1" smtClean="0">
                <a:solidFill>
                  <a:schemeClr val="bg1"/>
                </a:solidFill>
              </a:rPr>
              <a:t>iterables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Heap-based merging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Streaming data joins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276600"/>
            <a:ext cx="7315200" cy="3103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heapreplace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heappushpop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 of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Decision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difference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Heap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Full </a:t>
            </a:r>
            <a:r>
              <a:rPr lang="en-US" b="1" dirty="0" smtClean="0">
                <a:solidFill>
                  <a:schemeClr val="bg1"/>
                </a:solidFill>
              </a:rPr>
              <a:t>Sorting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Dynamic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static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Time complexity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usage intuition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Job schedulers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Stock order books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Recommendation engines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Forgetting min-heap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Wrong value inversion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Modifying heap directly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</a:t>
            </a:r>
            <a:r>
              <a:rPr lang="en-US" b="1" dirty="0" smtClean="0">
                <a:solidFill>
                  <a:schemeClr val="bg1"/>
                </a:solidFill>
              </a:rPr>
              <a:t>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 for priority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 heap small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Combine with 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Career </a:t>
            </a:r>
            <a:r>
              <a:rPr lang="en-US" b="1" dirty="0" smtClean="0">
                <a:solidFill>
                  <a:schemeClr val="bg1"/>
                </a:solidFill>
              </a:rPr>
              <a:t>Relevance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ML model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Backend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Algorithm interviews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Limitations of </a:t>
            </a:r>
            <a:r>
              <a:rPr lang="en-US" b="1" dirty="0" err="1" smtClean="0">
                <a:solidFill>
                  <a:schemeClr val="bg1"/>
                </a:solidFill>
              </a:rPr>
              <a:t>heapq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middle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thread-safe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full sort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</a:t>
            </a:r>
            <a:r>
              <a:rPr lang="en-US" b="1" dirty="0" smtClean="0">
                <a:solidFill>
                  <a:schemeClr val="bg1"/>
                </a:solidFill>
              </a:rPr>
              <a:t>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Fast priority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In-place &amp; efficient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dynamic ranking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371</Words>
  <Application>Microsoft Office PowerPoint</Application>
  <PresentationFormat>On-screen Show (4:3)</PresentationFormat>
  <Paragraphs>159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Heap Queue (heapq) in Python</vt:lpstr>
      <vt:lpstr>What is a Heap Queue?</vt:lpstr>
      <vt:lpstr>Why We Need Heap Queues</vt:lpstr>
      <vt:lpstr>Where Heaps Are Used</vt:lpstr>
      <vt:lpstr>Internal Working of a Heap</vt:lpstr>
      <vt:lpstr>Python heapq Module</vt:lpstr>
      <vt:lpstr>Creating a Heap (Concept)</vt:lpstr>
      <vt:lpstr>Min-Heap vs Max-Heap Logic</vt:lpstr>
      <vt:lpstr>Core Heap Operations</vt:lpstr>
      <vt:lpstr>Push &amp; Pop Combined</vt:lpstr>
      <vt:lpstr>Finding Top-N Elements</vt:lpstr>
      <vt:lpstr>Replace Operation</vt:lpstr>
      <vt:lpstr>Merge Operation</vt:lpstr>
      <vt:lpstr>heapreplace vs heappushpop</vt:lpstr>
      <vt:lpstr>Heap vs Full Sorting</vt:lpstr>
      <vt:lpstr>Real-World Industry Use</vt:lpstr>
      <vt:lpstr>Common Mistakes</vt:lpstr>
      <vt:lpstr>Best Practices</vt:lpstr>
      <vt:lpstr>Career Relevance</vt:lpstr>
      <vt:lpstr>Limitations of heapq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2026-02-01T17:29:51Z</dcterms:modified>
</cp:coreProperties>
</file>