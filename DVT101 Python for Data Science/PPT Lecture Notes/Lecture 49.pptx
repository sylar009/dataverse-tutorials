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5" r:id="rId10"/>
    <p:sldId id="27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6" r:id="rId21"/>
    <p:sldId id="277" r:id="rId22"/>
    <p:sldId id="25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Pathlib</a:t>
            </a:r>
            <a:r>
              <a:rPr lang="en-US" b="1" dirty="0" smtClean="0">
                <a:solidFill>
                  <a:schemeClr val="bg1"/>
                </a:solidFill>
              </a:rPr>
              <a:t> Module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49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Introduction to </a:t>
            </a:r>
            <a:r>
              <a:rPr lang="en-US" b="1" dirty="0" err="1" smtClean="0">
                <a:solidFill>
                  <a:schemeClr val="bg1"/>
                </a:solidFill>
              </a:rPr>
              <a:t>Pathlib</a:t>
            </a:r>
            <a:r>
              <a:rPr lang="en-US" b="1" dirty="0" smtClean="0">
                <a:solidFill>
                  <a:schemeClr val="bg1"/>
                </a:solidFill>
              </a:rPr>
              <a:t> Module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is </a:t>
            </a:r>
            <a:r>
              <a:rPr lang="en-US" dirty="0" err="1" smtClean="0">
                <a:solidFill>
                  <a:schemeClr val="bg1"/>
                </a:solidFill>
              </a:rPr>
              <a:t>pathlib</a:t>
            </a:r>
            <a:r>
              <a:rPr lang="en-US" dirty="0" smtClean="0">
                <a:solidFill>
                  <a:schemeClr val="bg1"/>
                </a:solidFill>
              </a:rPr>
              <a:t> module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it was introduced in Python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Difference between traditional path handling and </a:t>
            </a:r>
            <a:r>
              <a:rPr lang="en-US" dirty="0" err="1" smtClean="0">
                <a:solidFill>
                  <a:schemeClr val="bg1"/>
                </a:solidFill>
              </a:rPr>
              <a:t>pathlib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Real-world motivation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Problems with String-Based Paths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Paths as plain strings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Manual path joining issues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OS-specific separators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Common beginner mistakes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Why </a:t>
            </a:r>
            <a:r>
              <a:rPr lang="en-US" b="1" dirty="0" err="1" smtClean="0">
                <a:solidFill>
                  <a:schemeClr val="bg1"/>
                </a:solidFill>
              </a:rPr>
              <a:t>Pathlib</a:t>
            </a:r>
            <a:r>
              <a:rPr lang="en-US" b="1" dirty="0" smtClean="0">
                <a:solidFill>
                  <a:schemeClr val="bg1"/>
                </a:solidFill>
              </a:rPr>
              <a:t> is Better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Object-oriented path representation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Cleaner and readable syntax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Cross-platform compatibility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Reduced error-prone operations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Understanding Path Objects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Path as an object, not string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Path representing files and directories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Lazy behavior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actual </a:t>
            </a:r>
            <a:r>
              <a:rPr lang="en-US" dirty="0" err="1" smtClean="0">
                <a:solidFill>
                  <a:schemeClr val="bg1"/>
                </a:solidFill>
              </a:rPr>
              <a:t>filesystem</a:t>
            </a:r>
            <a:r>
              <a:rPr lang="en-US" dirty="0" smtClean="0">
                <a:solidFill>
                  <a:schemeClr val="bg1"/>
                </a:solidFill>
              </a:rPr>
              <a:t> access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Core philosophy of </a:t>
            </a:r>
            <a:r>
              <a:rPr lang="en-US" dirty="0" err="1" smtClean="0">
                <a:solidFill>
                  <a:schemeClr val="bg1"/>
                </a:solidFill>
              </a:rPr>
              <a:t>pathlib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4114800"/>
            <a:ext cx="7702296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Importing and Using Path Class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Path as the main entry point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Path adapts to OS automatically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Relation with </a:t>
            </a:r>
            <a:r>
              <a:rPr lang="en-US" dirty="0" err="1" smtClean="0">
                <a:solidFill>
                  <a:schemeClr val="bg1"/>
                </a:solidFill>
              </a:rPr>
              <a:t>WindowsPath</a:t>
            </a:r>
            <a:r>
              <a:rPr lang="en-US" dirty="0" smtClean="0">
                <a:solidFill>
                  <a:schemeClr val="bg1"/>
                </a:solidFill>
              </a:rPr>
              <a:t> and </a:t>
            </a:r>
            <a:r>
              <a:rPr lang="en-US" dirty="0" err="1" smtClean="0">
                <a:solidFill>
                  <a:schemeClr val="bg1"/>
                </a:solidFill>
              </a:rPr>
              <a:t>PosixPath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When Path touches </a:t>
            </a:r>
            <a:r>
              <a:rPr lang="en-US" dirty="0" err="1" smtClean="0">
                <a:solidFill>
                  <a:schemeClr val="bg1"/>
                </a:solidFill>
              </a:rPr>
              <a:t>filesystem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3962400"/>
            <a:ext cx="7239000" cy="2490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Directory Listing Concept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Traversing directory contents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Difference between files and folders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Iterative directory scanning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 cases in automation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3962400"/>
            <a:ext cx="4572000" cy="2420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Recursive File Searching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Need for recursive search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File pattern matching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Difference between shallow and deep scan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 cases in large projects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962400"/>
            <a:ext cx="5867400" cy="2434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Path Navigation Using Operator Overloading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Meaning of operator overloading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Using / for joining paths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Cleaner alternative to string concatenation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Cross-platform behavior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3962400"/>
            <a:ext cx="7162800" cy="2415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Querying Path Properties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Absolute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relative paths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File name extraction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File extension and suffix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Parent directory navigation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962400"/>
            <a:ext cx="6248400" cy="2446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File Reading and Writing Concept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File handling through Path objects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Difference from traditional open()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Automatic path resolution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Cleaner file workflows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3962400"/>
            <a:ext cx="6248400" cy="2432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 smtClean="0">
                <a:solidFill>
                  <a:schemeClr val="bg1"/>
                </a:solidFill>
              </a:rPr>
              <a:t>Pure Paths vs Concrete Paths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are Pure Paths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What are Concrete Paths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Filesystem</a:t>
            </a:r>
            <a:r>
              <a:rPr lang="en-US" dirty="0" smtClean="0">
                <a:solidFill>
                  <a:schemeClr val="bg1"/>
                </a:solidFill>
              </a:rPr>
              <a:t> interaction difference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Use-case based selection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PurePath</a:t>
            </a:r>
            <a:r>
              <a:rPr lang="en-US" b="1" dirty="0" smtClean="0">
                <a:solidFill>
                  <a:schemeClr val="bg1"/>
                </a:solidFill>
              </a:rPr>
              <a:t> Class Concept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Path manipulation without </a:t>
            </a:r>
            <a:r>
              <a:rPr lang="en-US" dirty="0" err="1" smtClean="0">
                <a:solidFill>
                  <a:schemeClr val="bg1"/>
                </a:solidFill>
              </a:rPr>
              <a:t>filesystem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Cross-platform string safety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When </a:t>
            </a:r>
            <a:r>
              <a:rPr lang="en-US" dirty="0" err="1" smtClean="0">
                <a:solidFill>
                  <a:schemeClr val="bg1"/>
                </a:solidFill>
              </a:rPr>
              <a:t>PurePath</a:t>
            </a:r>
            <a:r>
              <a:rPr lang="en-US" dirty="0" smtClean="0">
                <a:solidFill>
                  <a:schemeClr val="bg1"/>
                </a:solidFill>
              </a:rPr>
              <a:t> is preferred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Limitations of </a:t>
            </a:r>
            <a:r>
              <a:rPr lang="en-US" dirty="0" err="1" smtClean="0">
                <a:solidFill>
                  <a:schemeClr val="bg1"/>
                </a:solidFill>
              </a:rPr>
              <a:t>PurePath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4038600"/>
            <a:ext cx="7814569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PurePosixPath</a:t>
            </a:r>
            <a:r>
              <a:rPr lang="en-US" dirty="0" smtClean="0">
                <a:solidFill>
                  <a:schemeClr val="bg1"/>
                </a:solidFill>
              </a:rPr>
              <a:t> and </a:t>
            </a:r>
            <a:r>
              <a:rPr lang="en-US" dirty="0" err="1" smtClean="0">
                <a:solidFill>
                  <a:schemeClr val="bg1"/>
                </a:solidFill>
              </a:rPr>
              <a:t>PureWindowsPath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OS-specific path representation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Platform-independent development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When to simulate another OS path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Testing and tooling use cases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4191000"/>
            <a:ext cx="6324600" cy="2176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Concrete Path Classes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Concrete paths touching real </a:t>
            </a:r>
            <a:r>
              <a:rPr lang="en-US" dirty="0" err="1" smtClean="0">
                <a:solidFill>
                  <a:schemeClr val="bg1"/>
                </a:solidFill>
              </a:rPr>
              <a:t>filesystem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Reading, writing, checking files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Difference from pure paths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 execution impact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4038600"/>
            <a:ext cx="7162800" cy="2412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Path, </a:t>
            </a:r>
            <a:r>
              <a:rPr lang="en-US" b="1" dirty="0" err="1" smtClean="0">
                <a:solidFill>
                  <a:schemeClr val="bg1"/>
                </a:solidFill>
              </a:rPr>
              <a:t>PosixPath</a:t>
            </a:r>
            <a:r>
              <a:rPr lang="en-US" b="1" dirty="0" smtClean="0">
                <a:solidFill>
                  <a:schemeClr val="bg1"/>
                </a:solidFill>
              </a:rPr>
              <a:t>, </a:t>
            </a:r>
            <a:r>
              <a:rPr lang="en-US" b="1" dirty="0" err="1" smtClean="0">
                <a:solidFill>
                  <a:schemeClr val="bg1"/>
                </a:solidFill>
              </a:rPr>
              <a:t>WindowsPath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Automatic class selection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OS-dependent 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Inheritance hierarchy intuition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Practical relevance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536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4038600"/>
            <a:ext cx="749808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Getting Current Working Directory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Path-based CWD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Difference from </a:t>
            </a:r>
            <a:r>
              <a:rPr lang="en-US" dirty="0" err="1" smtClean="0">
                <a:solidFill>
                  <a:schemeClr val="bg1"/>
                </a:solidFill>
              </a:rPr>
              <a:t>os.getcwd</a:t>
            </a:r>
            <a:r>
              <a:rPr lang="en-US" dirty="0" smtClean="0">
                <a:solidFill>
                  <a:schemeClr val="bg1"/>
                </a:solidFill>
              </a:rPr>
              <a:t>()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Project-relative execution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Debugging benefits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433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4038600"/>
            <a:ext cx="5715000" cy="2366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Path Existence and Validation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Why existence check matters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Preventing runtime failures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Safe scripting practices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Validation-first approach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962399"/>
            <a:ext cx="5486400" cy="2382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Directory and File Type Checks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Checking directory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file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Avoiding wrong operations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Safer automation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Real-world script reliability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3962400"/>
            <a:ext cx="5486400" cy="2420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Real-World Industry Use Cases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Data science pipelines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Backend applications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DevOps</a:t>
            </a:r>
            <a:r>
              <a:rPr lang="en-US" dirty="0" smtClean="0">
                <a:solidFill>
                  <a:schemeClr val="bg1"/>
                </a:solidFill>
              </a:rPr>
              <a:t> and automation scripts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Cross-platform tools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Why </a:t>
            </a:r>
            <a:r>
              <a:rPr lang="en-US" dirty="0" err="1" smtClean="0">
                <a:solidFill>
                  <a:schemeClr val="bg1"/>
                </a:solidFill>
              </a:rPr>
              <a:t>pathlib</a:t>
            </a:r>
            <a:r>
              <a:rPr lang="en-US" dirty="0" smtClean="0">
                <a:solidFill>
                  <a:schemeClr val="bg1"/>
                </a:solidFill>
              </a:rPr>
              <a:t> is modern Python way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Key advantages recap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When to use </a:t>
            </a:r>
            <a:r>
              <a:rPr lang="en-US" dirty="0" err="1" smtClean="0">
                <a:solidFill>
                  <a:schemeClr val="bg1"/>
                </a:solidFill>
              </a:rPr>
              <a:t>pathlib</a:t>
            </a:r>
            <a:r>
              <a:rPr lang="en-US" dirty="0" smtClean="0">
                <a:solidFill>
                  <a:schemeClr val="bg1"/>
                </a:solidFill>
              </a:rPr>
              <a:t> over </a:t>
            </a:r>
            <a:r>
              <a:rPr lang="en-US" dirty="0" err="1" smtClean="0">
                <a:solidFill>
                  <a:schemeClr val="bg1"/>
                </a:solidFill>
              </a:rPr>
              <a:t>os.path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Transition to hands-on coding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485</Words>
  <Application>Microsoft Office PowerPoint</Application>
  <PresentationFormat>On-screen Show (4:3)</PresentationFormat>
  <Paragraphs>169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Pathlib Module in Python</vt:lpstr>
      <vt:lpstr>Introduction to Pathlib Module</vt:lpstr>
      <vt:lpstr>Problems with String-Based Paths</vt:lpstr>
      <vt:lpstr>Why Pathlib is Better</vt:lpstr>
      <vt:lpstr>Understanding Path Objects</vt:lpstr>
      <vt:lpstr>Importing and Using Path Class</vt:lpstr>
      <vt:lpstr>Directory Listing Concept</vt:lpstr>
      <vt:lpstr>Recursive File Searching</vt:lpstr>
      <vt:lpstr>Path Navigation Using Operator Overloading</vt:lpstr>
      <vt:lpstr>Querying Path Properties</vt:lpstr>
      <vt:lpstr>File Reading and Writing Concept</vt:lpstr>
      <vt:lpstr>Pure Paths vs Concrete Paths</vt:lpstr>
      <vt:lpstr>PurePath Class Concept</vt:lpstr>
      <vt:lpstr>PurePosixPath and PureWindowsPath</vt:lpstr>
      <vt:lpstr>Concrete Path Classes</vt:lpstr>
      <vt:lpstr>Path, PosixPath, WindowsPath</vt:lpstr>
      <vt:lpstr>Getting Current Working Directory</vt:lpstr>
      <vt:lpstr>Path Existence and Validation</vt:lpstr>
      <vt:lpstr>Directory and File Type Checks</vt:lpstr>
      <vt:lpstr>Real-World Industry Use Cases</vt:lpstr>
      <vt:lpstr>Summary &amp; Key Takeaways</vt:lpstr>
      <vt:lpstr>Slide 22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6</cp:revision>
  <dcterms:created xsi:type="dcterms:W3CDTF">2006-08-16T00:00:00Z</dcterms:created>
  <dcterms:modified xsi:type="dcterms:W3CDTF">2026-02-22T09:15:09Z</dcterms:modified>
</cp:coreProperties>
</file>