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5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Inner Functions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21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What are Inner Functions in Python?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inside another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Also called Nested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for better structure and safety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in decorators and closures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Inner Functions Are Needed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Encapsulation (logic hiding)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 global pollution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Improve readability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in advanced Python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Basic Structure of Inner Function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Outer function defined first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Inner function defined inside it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Inner function can access outer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Inner function is not directly accessible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Simple Inner Function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Inner function defined inside outer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Inner function accesses outer variable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Demonstrates lexical scoping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Basic concept of nested functions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1828800"/>
            <a:ext cx="414911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Variable Scope in Inner Functions (LEGB </a:t>
            </a:r>
            <a:r>
              <a:rPr lang="en-US" b="1" dirty="0" smtClean="0">
                <a:solidFill>
                  <a:schemeClr val="bg1"/>
                </a:solidFill>
              </a:rPr>
              <a:t>Rule)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Local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Enclosing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Global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Built-in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Modifying Outer Variable using nonlocal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nonlocal keyword usage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Modify enclosing scope variable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 creating new local variable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Useful in state management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1600200"/>
            <a:ext cx="3048000" cy="464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Closure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remembers value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Even after outer function ends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in decorators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Powerful feature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Closure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returns another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Inner function remembers value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Closure concept demonstration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in decorators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3886200"/>
            <a:ext cx="4267200" cy="2435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 World Use: Data Cleaning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Encapsulation of helper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Inner function for preprocessing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and safer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data handling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886200"/>
            <a:ext cx="7391400" cy="2556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Inner Functions in Logging &amp; </a:t>
            </a:r>
            <a:r>
              <a:rPr lang="en-US" b="1" dirty="0" smtClean="0">
                <a:solidFill>
                  <a:schemeClr val="bg1"/>
                </a:solidFill>
              </a:rPr>
              <a:t>Decorators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Wrapper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Logging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Authentication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Authorization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Logging Example (Decorator Style)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Inner function as wrapper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Logging before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Foundation of decorators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Industry-grade use case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1752600"/>
            <a:ext cx="5014965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Inner functions improve structure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Support closures and decorators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Enable safe encapsulation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Widely used in industry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296</Words>
  <Application>Microsoft Office PowerPoint</Application>
  <PresentationFormat>On-screen Show (4:3)</PresentationFormat>
  <Paragraphs>105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Python Inner Functions</vt:lpstr>
      <vt:lpstr>What are Inner Functions in Python?</vt:lpstr>
      <vt:lpstr>Why Inner Functions Are Needed</vt:lpstr>
      <vt:lpstr>Basic Structure of Inner Function</vt:lpstr>
      <vt:lpstr>Simple Inner Function Example</vt:lpstr>
      <vt:lpstr>Variable Scope in Inner Functions (LEGB Rule)</vt:lpstr>
      <vt:lpstr>Modifying Outer Variable using nonlocal</vt:lpstr>
      <vt:lpstr>Closure Concept</vt:lpstr>
      <vt:lpstr>Closure Example</vt:lpstr>
      <vt:lpstr>Real World Use: Data Cleaning</vt:lpstr>
      <vt:lpstr>Inner Functions in Logging &amp; Decorators</vt:lpstr>
      <vt:lpstr>Logging Example (Decorator Style)</vt:lpstr>
      <vt:lpstr>Summary &amp; Key Takeaways</vt:lpstr>
      <vt:lpstr>Slide 14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6</cp:revision>
  <dcterms:created xsi:type="dcterms:W3CDTF">2006-08-16T00:00:00Z</dcterms:created>
  <dcterms:modified xsi:type="dcterms:W3CDTF">2026-01-22T10:58:34Z</dcterms:modified>
</cp:coreProperties>
</file>