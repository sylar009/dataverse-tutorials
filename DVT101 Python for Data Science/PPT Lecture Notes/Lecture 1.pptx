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Python Introduction in </a:t>
            </a:r>
            <a:r>
              <a:rPr lang="en-US" b="1" dirty="0" smtClean="0">
                <a:solidFill>
                  <a:schemeClr val="bg1"/>
                </a:solidFill>
              </a:rPr>
              <a:t>Hindi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-by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Introduction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Python is a high-level programming language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Created in 1991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Focuses on simplicity and readability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Uses fewer lines of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Beginner-friendly language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History of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Python was created in 1991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Designed with code readability in mind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Focus on developer productivity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Easy to learn and use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Features of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Dynamic typing (no need to declare data types)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Multiple programming paradigms supported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Object-Oriented Programming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Functional Programming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Procedural Programming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Hello World Program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First basic Python program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Displays output on screen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Uses built-in print() function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733800"/>
            <a:ext cx="709583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Comments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Used to explain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Ignored by Python interpreter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code readability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81400"/>
            <a:ext cx="4343400" cy="22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Indentation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Defines code blocks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Mandatory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Uses spaces or tabs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Recommended: 4 spaces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191000"/>
            <a:ext cx="717872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Python is simple and powerful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Beginner-friendly language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Indentation is mandatory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Comments improve readability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9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0"/>
            <a:ext cx="6911182" cy="69111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177</Words>
  <Application>Microsoft Office PowerPoint</Application>
  <PresentationFormat>On-screen Show (4:3)</PresentationFormat>
  <Paragraphs>64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Python Introduction in Hindi</vt:lpstr>
      <vt:lpstr>Python Introduction</vt:lpstr>
      <vt:lpstr>History of Python</vt:lpstr>
      <vt:lpstr>Features of Python</vt:lpstr>
      <vt:lpstr>Hello World Program in Python</vt:lpstr>
      <vt:lpstr>Comments in Python</vt:lpstr>
      <vt:lpstr>Indentation in Python</vt:lpstr>
      <vt:lpstr>Key Takeaways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2</cp:revision>
  <dcterms:created xsi:type="dcterms:W3CDTF">2006-08-16T00:00:00Z</dcterms:created>
  <dcterms:modified xsi:type="dcterms:W3CDTF">2026-01-01T07:20:12Z</dcterms:modified>
</cp:coreProperties>
</file>